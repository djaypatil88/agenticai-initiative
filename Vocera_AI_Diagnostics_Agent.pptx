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67" r:id="rId13"/>
    <p:sldId id="266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336" y="-50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60142-2C82-42FC-8DAC-6606B77396D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96A570-8314-466F-80E1-02909133B8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Intelligent Troubleshooting &amp; Real-time Log Analysis</a:t>
          </a:r>
        </a:p>
      </dgm:t>
    </dgm:pt>
    <dgm:pt modelId="{47BC4D8A-E204-4EA4-BF7C-F49CDCBBA9AA}" type="parTrans" cxnId="{ED399B94-4F8C-4D41-A935-1F9A9677A3AE}">
      <dgm:prSet/>
      <dgm:spPr/>
      <dgm:t>
        <a:bodyPr/>
        <a:lstStyle/>
        <a:p>
          <a:endParaRPr lang="en-US"/>
        </a:p>
      </dgm:t>
    </dgm:pt>
    <dgm:pt modelId="{A8E0848C-43BD-40CA-AB1F-CC0AD24D2EF8}" type="sibTrans" cxnId="{ED399B94-4F8C-4D41-A935-1F9A9677A3AE}">
      <dgm:prSet/>
      <dgm:spPr/>
      <dgm:t>
        <a:bodyPr/>
        <a:lstStyle/>
        <a:p>
          <a:endParaRPr lang="en-US"/>
        </a:p>
      </dgm:t>
    </dgm:pt>
    <dgm:pt modelId="{A5FF38E3-2BAF-4D82-B45F-83996A747A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Presenter: Dhananjay Patil &amp; Amol Shinde</a:t>
          </a:r>
        </a:p>
      </dgm:t>
    </dgm:pt>
    <dgm:pt modelId="{008AFAD7-9029-4254-94D8-9C112E83D7B8}" type="parTrans" cxnId="{EDEB02B4-D179-4872-9B32-4CDB81DFB6E9}">
      <dgm:prSet/>
      <dgm:spPr/>
      <dgm:t>
        <a:bodyPr/>
        <a:lstStyle/>
        <a:p>
          <a:endParaRPr lang="en-US"/>
        </a:p>
      </dgm:t>
    </dgm:pt>
    <dgm:pt modelId="{AD57B47D-A842-48E1-A7DA-78FF76B4B6DE}" type="sibTrans" cxnId="{EDEB02B4-D179-4872-9B32-4CDB81DFB6E9}">
      <dgm:prSet/>
      <dgm:spPr/>
      <dgm:t>
        <a:bodyPr/>
        <a:lstStyle/>
        <a:p>
          <a:endParaRPr lang="en-US"/>
        </a:p>
      </dgm:t>
    </dgm:pt>
    <dgm:pt modelId="{1A390C2F-6201-4371-851B-7339E500D4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Date: March 20, 2026</a:t>
          </a:r>
        </a:p>
      </dgm:t>
    </dgm:pt>
    <dgm:pt modelId="{96F72845-357F-4F72-A9FC-7E81D2D2C9E8}" type="parTrans" cxnId="{EA59B7C2-6637-455D-92A5-BB986135F322}">
      <dgm:prSet/>
      <dgm:spPr/>
      <dgm:t>
        <a:bodyPr/>
        <a:lstStyle/>
        <a:p>
          <a:endParaRPr lang="en-US"/>
        </a:p>
      </dgm:t>
    </dgm:pt>
    <dgm:pt modelId="{0DF6B27A-E9F4-4CE3-9820-0D8347E821BA}" type="sibTrans" cxnId="{EA59B7C2-6637-455D-92A5-BB986135F322}">
      <dgm:prSet/>
      <dgm:spPr/>
      <dgm:t>
        <a:bodyPr/>
        <a:lstStyle/>
        <a:p>
          <a:endParaRPr lang="en-US"/>
        </a:p>
      </dgm:t>
    </dgm:pt>
    <dgm:pt modelId="{8B62354A-871A-4137-BF06-1AFEFDC7E746}" type="pres">
      <dgm:prSet presAssocID="{D1860142-2C82-42FC-8DAC-6606B77396DF}" presName="root" presStyleCnt="0">
        <dgm:presLayoutVars>
          <dgm:dir/>
          <dgm:resizeHandles val="exact"/>
        </dgm:presLayoutVars>
      </dgm:prSet>
      <dgm:spPr/>
    </dgm:pt>
    <dgm:pt modelId="{9E2CF117-BDAA-4C32-8A27-14023FBE393E}" type="pres">
      <dgm:prSet presAssocID="{1796A570-8314-466F-80E1-02909133B8EE}" presName="compNode" presStyleCnt="0"/>
      <dgm:spPr/>
    </dgm:pt>
    <dgm:pt modelId="{FF05A3E0-F6DD-4CED-969C-5BFD1FBFD4AD}" type="pres">
      <dgm:prSet presAssocID="{1796A570-8314-466F-80E1-02909133B8EE}" presName="bgRect" presStyleLbl="bgShp" presStyleIdx="0" presStyleCnt="3"/>
      <dgm:spPr/>
    </dgm:pt>
    <dgm:pt modelId="{117549A5-BC5A-48E1-AD77-852295A9189F}" type="pres">
      <dgm:prSet presAssocID="{1796A570-8314-466F-80E1-02909133B8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66EAF80-98D6-4DBA-808E-5352F8E162F3}" type="pres">
      <dgm:prSet presAssocID="{1796A570-8314-466F-80E1-02909133B8EE}" presName="spaceRect" presStyleCnt="0"/>
      <dgm:spPr/>
    </dgm:pt>
    <dgm:pt modelId="{E24F5AAD-16EC-476F-999B-CD38E6354966}" type="pres">
      <dgm:prSet presAssocID="{1796A570-8314-466F-80E1-02909133B8EE}" presName="parTx" presStyleLbl="revTx" presStyleIdx="0" presStyleCnt="3">
        <dgm:presLayoutVars>
          <dgm:chMax val="0"/>
          <dgm:chPref val="0"/>
        </dgm:presLayoutVars>
      </dgm:prSet>
      <dgm:spPr/>
    </dgm:pt>
    <dgm:pt modelId="{B4B45128-EF80-4CD4-9C44-8CE3E34ACAC3}" type="pres">
      <dgm:prSet presAssocID="{A8E0848C-43BD-40CA-AB1F-CC0AD24D2EF8}" presName="sibTrans" presStyleCnt="0"/>
      <dgm:spPr/>
    </dgm:pt>
    <dgm:pt modelId="{2FD19A3C-2308-471B-9F5A-A4A0AA3B3A58}" type="pres">
      <dgm:prSet presAssocID="{A5FF38E3-2BAF-4D82-B45F-83996A747A6F}" presName="compNode" presStyleCnt="0"/>
      <dgm:spPr/>
    </dgm:pt>
    <dgm:pt modelId="{EE30F291-1DCD-4292-8A9F-997AB19677A1}" type="pres">
      <dgm:prSet presAssocID="{A5FF38E3-2BAF-4D82-B45F-83996A747A6F}" presName="bgRect" presStyleLbl="bgShp" presStyleIdx="1" presStyleCnt="3"/>
      <dgm:spPr/>
    </dgm:pt>
    <dgm:pt modelId="{B6926750-ECAB-44EB-847D-5E5A77713C82}" type="pres">
      <dgm:prSet presAssocID="{A5FF38E3-2BAF-4D82-B45F-83996A747A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A7BB82E-7112-475E-AA64-DA60D5929EB2}" type="pres">
      <dgm:prSet presAssocID="{A5FF38E3-2BAF-4D82-B45F-83996A747A6F}" presName="spaceRect" presStyleCnt="0"/>
      <dgm:spPr/>
    </dgm:pt>
    <dgm:pt modelId="{FD544E6F-C81B-44DA-A409-67F7683051B7}" type="pres">
      <dgm:prSet presAssocID="{A5FF38E3-2BAF-4D82-B45F-83996A747A6F}" presName="parTx" presStyleLbl="revTx" presStyleIdx="1" presStyleCnt="3">
        <dgm:presLayoutVars>
          <dgm:chMax val="0"/>
          <dgm:chPref val="0"/>
        </dgm:presLayoutVars>
      </dgm:prSet>
      <dgm:spPr/>
    </dgm:pt>
    <dgm:pt modelId="{BA3D0F09-B2FB-464E-AFE4-2B4035DA2BA7}" type="pres">
      <dgm:prSet presAssocID="{AD57B47D-A842-48E1-A7DA-78FF76B4B6DE}" presName="sibTrans" presStyleCnt="0"/>
      <dgm:spPr/>
    </dgm:pt>
    <dgm:pt modelId="{71CBE456-192E-42A2-9E6D-E88B26D11AF9}" type="pres">
      <dgm:prSet presAssocID="{1A390C2F-6201-4371-851B-7339E500D467}" presName="compNode" presStyleCnt="0"/>
      <dgm:spPr/>
    </dgm:pt>
    <dgm:pt modelId="{25F93B58-941E-427B-9995-C3296561AD43}" type="pres">
      <dgm:prSet presAssocID="{1A390C2F-6201-4371-851B-7339E500D467}" presName="bgRect" presStyleLbl="bgShp" presStyleIdx="2" presStyleCnt="3"/>
      <dgm:spPr/>
    </dgm:pt>
    <dgm:pt modelId="{CC7B87F6-52AD-4C99-A9BF-4E5BA3202C86}" type="pres">
      <dgm:prSet presAssocID="{1A390C2F-6201-4371-851B-7339E500D46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D00BBB0B-D16F-4004-8374-24CE85D3C20F}" type="pres">
      <dgm:prSet presAssocID="{1A390C2F-6201-4371-851B-7339E500D467}" presName="spaceRect" presStyleCnt="0"/>
      <dgm:spPr/>
    </dgm:pt>
    <dgm:pt modelId="{D5C04D98-3B20-4B5A-8AA3-7D9B24249467}" type="pres">
      <dgm:prSet presAssocID="{1A390C2F-6201-4371-851B-7339E500D46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E9AB973-DE22-4DC7-BEBF-CC5D0EF081D9}" type="presOf" srcId="{A5FF38E3-2BAF-4D82-B45F-83996A747A6F}" destId="{FD544E6F-C81B-44DA-A409-67F7683051B7}" srcOrd="0" destOrd="0" presId="urn:microsoft.com/office/officeart/2018/2/layout/IconVerticalSolidList"/>
    <dgm:cxn modelId="{ED399B94-4F8C-4D41-A935-1F9A9677A3AE}" srcId="{D1860142-2C82-42FC-8DAC-6606B77396DF}" destId="{1796A570-8314-466F-80E1-02909133B8EE}" srcOrd="0" destOrd="0" parTransId="{47BC4D8A-E204-4EA4-BF7C-F49CDCBBA9AA}" sibTransId="{A8E0848C-43BD-40CA-AB1F-CC0AD24D2EF8}"/>
    <dgm:cxn modelId="{9C3C2CB1-E714-4F42-A926-3E2FDB15D492}" type="presOf" srcId="{D1860142-2C82-42FC-8DAC-6606B77396DF}" destId="{8B62354A-871A-4137-BF06-1AFEFDC7E746}" srcOrd="0" destOrd="0" presId="urn:microsoft.com/office/officeart/2018/2/layout/IconVerticalSolidList"/>
    <dgm:cxn modelId="{EDEB02B4-D179-4872-9B32-4CDB81DFB6E9}" srcId="{D1860142-2C82-42FC-8DAC-6606B77396DF}" destId="{A5FF38E3-2BAF-4D82-B45F-83996A747A6F}" srcOrd="1" destOrd="0" parTransId="{008AFAD7-9029-4254-94D8-9C112E83D7B8}" sibTransId="{AD57B47D-A842-48E1-A7DA-78FF76B4B6DE}"/>
    <dgm:cxn modelId="{EA59B7C2-6637-455D-92A5-BB986135F322}" srcId="{D1860142-2C82-42FC-8DAC-6606B77396DF}" destId="{1A390C2F-6201-4371-851B-7339E500D467}" srcOrd="2" destOrd="0" parTransId="{96F72845-357F-4F72-A9FC-7E81D2D2C9E8}" sibTransId="{0DF6B27A-E9F4-4CE3-9820-0D8347E821BA}"/>
    <dgm:cxn modelId="{A04812E9-EAC0-4EF7-B7CD-BD5FE06F79A9}" type="presOf" srcId="{1A390C2F-6201-4371-851B-7339E500D467}" destId="{D5C04D98-3B20-4B5A-8AA3-7D9B24249467}" srcOrd="0" destOrd="0" presId="urn:microsoft.com/office/officeart/2018/2/layout/IconVerticalSolidList"/>
    <dgm:cxn modelId="{2B8EE0FA-8820-4C4A-A36A-0C62582C06CC}" type="presOf" srcId="{1796A570-8314-466F-80E1-02909133B8EE}" destId="{E24F5AAD-16EC-476F-999B-CD38E6354966}" srcOrd="0" destOrd="0" presId="urn:microsoft.com/office/officeart/2018/2/layout/IconVerticalSolidList"/>
    <dgm:cxn modelId="{4EE54101-B7EC-40E6-A5DC-5E99AF133D72}" type="presParOf" srcId="{8B62354A-871A-4137-BF06-1AFEFDC7E746}" destId="{9E2CF117-BDAA-4C32-8A27-14023FBE393E}" srcOrd="0" destOrd="0" presId="urn:microsoft.com/office/officeart/2018/2/layout/IconVerticalSolidList"/>
    <dgm:cxn modelId="{3D3391C7-F4FA-456C-A9C4-70037E2F0730}" type="presParOf" srcId="{9E2CF117-BDAA-4C32-8A27-14023FBE393E}" destId="{FF05A3E0-F6DD-4CED-969C-5BFD1FBFD4AD}" srcOrd="0" destOrd="0" presId="urn:microsoft.com/office/officeart/2018/2/layout/IconVerticalSolidList"/>
    <dgm:cxn modelId="{BD6C71FB-99CA-4141-AC13-97C1EDE39758}" type="presParOf" srcId="{9E2CF117-BDAA-4C32-8A27-14023FBE393E}" destId="{117549A5-BC5A-48E1-AD77-852295A9189F}" srcOrd="1" destOrd="0" presId="urn:microsoft.com/office/officeart/2018/2/layout/IconVerticalSolidList"/>
    <dgm:cxn modelId="{27349FBF-739D-4365-9592-4132C10ECAB7}" type="presParOf" srcId="{9E2CF117-BDAA-4C32-8A27-14023FBE393E}" destId="{066EAF80-98D6-4DBA-808E-5352F8E162F3}" srcOrd="2" destOrd="0" presId="urn:microsoft.com/office/officeart/2018/2/layout/IconVerticalSolidList"/>
    <dgm:cxn modelId="{2C0D8AF4-488C-4DD5-AA41-BEB58A8D0D5A}" type="presParOf" srcId="{9E2CF117-BDAA-4C32-8A27-14023FBE393E}" destId="{E24F5AAD-16EC-476F-999B-CD38E6354966}" srcOrd="3" destOrd="0" presId="urn:microsoft.com/office/officeart/2018/2/layout/IconVerticalSolidList"/>
    <dgm:cxn modelId="{1244B9E4-0650-47B4-BAE5-276D1553C9B1}" type="presParOf" srcId="{8B62354A-871A-4137-BF06-1AFEFDC7E746}" destId="{B4B45128-EF80-4CD4-9C44-8CE3E34ACAC3}" srcOrd="1" destOrd="0" presId="urn:microsoft.com/office/officeart/2018/2/layout/IconVerticalSolidList"/>
    <dgm:cxn modelId="{B9D6B9FA-0970-470D-81E4-84390B3A04F6}" type="presParOf" srcId="{8B62354A-871A-4137-BF06-1AFEFDC7E746}" destId="{2FD19A3C-2308-471B-9F5A-A4A0AA3B3A58}" srcOrd="2" destOrd="0" presId="urn:microsoft.com/office/officeart/2018/2/layout/IconVerticalSolidList"/>
    <dgm:cxn modelId="{A76F9FEE-AB32-48D2-AEAE-0EEAC23135EE}" type="presParOf" srcId="{2FD19A3C-2308-471B-9F5A-A4A0AA3B3A58}" destId="{EE30F291-1DCD-4292-8A9F-997AB19677A1}" srcOrd="0" destOrd="0" presId="urn:microsoft.com/office/officeart/2018/2/layout/IconVerticalSolidList"/>
    <dgm:cxn modelId="{FA29493E-271E-4DFE-A8AE-F9B21F95403B}" type="presParOf" srcId="{2FD19A3C-2308-471B-9F5A-A4A0AA3B3A58}" destId="{B6926750-ECAB-44EB-847D-5E5A77713C82}" srcOrd="1" destOrd="0" presId="urn:microsoft.com/office/officeart/2018/2/layout/IconVerticalSolidList"/>
    <dgm:cxn modelId="{E1561FCD-DC44-496D-A7DE-F3B27FC78DD4}" type="presParOf" srcId="{2FD19A3C-2308-471B-9F5A-A4A0AA3B3A58}" destId="{BA7BB82E-7112-475E-AA64-DA60D5929EB2}" srcOrd="2" destOrd="0" presId="urn:microsoft.com/office/officeart/2018/2/layout/IconVerticalSolidList"/>
    <dgm:cxn modelId="{80F1CEFE-7BA3-40DD-9DCC-AAA3A2C52110}" type="presParOf" srcId="{2FD19A3C-2308-471B-9F5A-A4A0AA3B3A58}" destId="{FD544E6F-C81B-44DA-A409-67F7683051B7}" srcOrd="3" destOrd="0" presId="urn:microsoft.com/office/officeart/2018/2/layout/IconVerticalSolidList"/>
    <dgm:cxn modelId="{9F123B14-793F-4A5B-860D-2C00FCD7299C}" type="presParOf" srcId="{8B62354A-871A-4137-BF06-1AFEFDC7E746}" destId="{BA3D0F09-B2FB-464E-AFE4-2B4035DA2BA7}" srcOrd="3" destOrd="0" presId="urn:microsoft.com/office/officeart/2018/2/layout/IconVerticalSolidList"/>
    <dgm:cxn modelId="{F26AA13C-310B-43F8-B661-75E217A503A5}" type="presParOf" srcId="{8B62354A-871A-4137-BF06-1AFEFDC7E746}" destId="{71CBE456-192E-42A2-9E6D-E88B26D11AF9}" srcOrd="4" destOrd="0" presId="urn:microsoft.com/office/officeart/2018/2/layout/IconVerticalSolidList"/>
    <dgm:cxn modelId="{B257130D-7C15-4C16-A665-42CEFA381A43}" type="presParOf" srcId="{71CBE456-192E-42A2-9E6D-E88B26D11AF9}" destId="{25F93B58-941E-427B-9995-C3296561AD43}" srcOrd="0" destOrd="0" presId="urn:microsoft.com/office/officeart/2018/2/layout/IconVerticalSolidList"/>
    <dgm:cxn modelId="{A320CE0E-EFD3-4A13-8D62-440FAD91190A}" type="presParOf" srcId="{71CBE456-192E-42A2-9E6D-E88B26D11AF9}" destId="{CC7B87F6-52AD-4C99-A9BF-4E5BA3202C86}" srcOrd="1" destOrd="0" presId="urn:microsoft.com/office/officeart/2018/2/layout/IconVerticalSolidList"/>
    <dgm:cxn modelId="{ED276CD8-CB55-43F4-AF13-7EE2471317C7}" type="presParOf" srcId="{71CBE456-192E-42A2-9E6D-E88B26D11AF9}" destId="{D00BBB0B-D16F-4004-8374-24CE85D3C20F}" srcOrd="2" destOrd="0" presId="urn:microsoft.com/office/officeart/2018/2/layout/IconVerticalSolidList"/>
    <dgm:cxn modelId="{5E92761C-32A5-48AB-B065-06F765BACF15}" type="presParOf" srcId="{71CBE456-192E-42A2-9E6D-E88B26D11AF9}" destId="{D5C04D98-3B20-4B5A-8AA3-7D9B242494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1C4180-BB06-487D-9D54-2F52080BE6F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67FBFA-043C-41C8-A02E-0736560C7819}">
      <dgm:prSet/>
      <dgm:spPr/>
      <dgm:t>
        <a:bodyPr/>
        <a:lstStyle/>
        <a:p>
          <a:r>
            <a:rPr lang="en-US"/>
            <a:t>Complex Ecosystem</a:t>
          </a:r>
        </a:p>
      </dgm:t>
    </dgm:pt>
    <dgm:pt modelId="{0BEEB742-E99A-44C2-8380-2A1162C140FE}" type="parTrans" cxnId="{8801D4C3-1B6D-49AE-9A4E-21938903D17F}">
      <dgm:prSet/>
      <dgm:spPr/>
      <dgm:t>
        <a:bodyPr/>
        <a:lstStyle/>
        <a:p>
          <a:endParaRPr lang="en-US"/>
        </a:p>
      </dgm:t>
    </dgm:pt>
    <dgm:pt modelId="{4C7DEF21-7A1E-4573-91A5-7EDDDE18EFDD}" type="sibTrans" cxnId="{8801D4C3-1B6D-49AE-9A4E-21938903D17F}">
      <dgm:prSet/>
      <dgm:spPr/>
      <dgm:t>
        <a:bodyPr/>
        <a:lstStyle/>
        <a:p>
          <a:endParaRPr lang="en-US"/>
        </a:p>
      </dgm:t>
    </dgm:pt>
    <dgm:pt modelId="{B649786A-B1EC-448F-8805-ADFA7411EA5D}">
      <dgm:prSet/>
      <dgm:spPr/>
      <dgm:t>
        <a:bodyPr/>
        <a:lstStyle/>
        <a:p>
          <a:r>
            <a:rPr lang="en-US"/>
            <a:t>Security Hardening</a:t>
          </a:r>
        </a:p>
      </dgm:t>
    </dgm:pt>
    <dgm:pt modelId="{AEF39622-67FC-45A4-84DF-8DA341346C4E}" type="parTrans" cxnId="{120B0CCE-16CA-43E8-857C-DBB382F853C3}">
      <dgm:prSet/>
      <dgm:spPr/>
      <dgm:t>
        <a:bodyPr/>
        <a:lstStyle/>
        <a:p>
          <a:endParaRPr lang="en-US"/>
        </a:p>
      </dgm:t>
    </dgm:pt>
    <dgm:pt modelId="{D5689FBA-CD5A-47FD-AE7C-C3D075B9CA6C}" type="sibTrans" cxnId="{120B0CCE-16CA-43E8-857C-DBB382F853C3}">
      <dgm:prSet/>
      <dgm:spPr/>
      <dgm:t>
        <a:bodyPr/>
        <a:lstStyle/>
        <a:p>
          <a:endParaRPr lang="en-US"/>
        </a:p>
      </dgm:t>
    </dgm:pt>
    <dgm:pt modelId="{4A597F36-55EB-42EB-9FE9-DF43981B7B2B}">
      <dgm:prSet/>
      <dgm:spPr/>
      <dgm:t>
        <a:bodyPr/>
        <a:lstStyle/>
        <a:p>
          <a:r>
            <a:rPr lang="en-US"/>
            <a:t>Log Fatigue</a:t>
          </a:r>
        </a:p>
      </dgm:t>
    </dgm:pt>
    <dgm:pt modelId="{BB3DD68E-2578-4C48-8493-E1CA5D3C14F2}" type="parTrans" cxnId="{20B183EF-09C3-44F6-8CC6-4D231C08AD9F}">
      <dgm:prSet/>
      <dgm:spPr/>
      <dgm:t>
        <a:bodyPr/>
        <a:lstStyle/>
        <a:p>
          <a:endParaRPr lang="en-US"/>
        </a:p>
      </dgm:t>
    </dgm:pt>
    <dgm:pt modelId="{53C347BD-8736-4B90-9EF9-D44A329165B5}" type="sibTrans" cxnId="{20B183EF-09C3-44F6-8CC6-4D231C08AD9F}">
      <dgm:prSet/>
      <dgm:spPr/>
      <dgm:t>
        <a:bodyPr/>
        <a:lstStyle/>
        <a:p>
          <a:endParaRPr lang="en-US"/>
        </a:p>
      </dgm:t>
    </dgm:pt>
    <dgm:pt modelId="{39E5D375-D98A-447D-832E-047304EA1F23}">
      <dgm:prSet/>
      <dgm:spPr/>
      <dgm:t>
        <a:bodyPr/>
        <a:lstStyle/>
        <a:p>
          <a:r>
            <a:rPr lang="en-US"/>
            <a:t>High MTTR</a:t>
          </a:r>
        </a:p>
      </dgm:t>
    </dgm:pt>
    <dgm:pt modelId="{25EF5600-3B58-42FD-B0FF-39EE194518B1}" type="parTrans" cxnId="{687B518A-2C92-48FC-A35C-6D0B18D1B2D6}">
      <dgm:prSet/>
      <dgm:spPr/>
      <dgm:t>
        <a:bodyPr/>
        <a:lstStyle/>
        <a:p>
          <a:endParaRPr lang="en-US"/>
        </a:p>
      </dgm:t>
    </dgm:pt>
    <dgm:pt modelId="{7FBF31D9-24A3-4C76-985B-CB9007E77ECB}" type="sibTrans" cxnId="{687B518A-2C92-48FC-A35C-6D0B18D1B2D6}">
      <dgm:prSet/>
      <dgm:spPr/>
      <dgm:t>
        <a:bodyPr/>
        <a:lstStyle/>
        <a:p>
          <a:endParaRPr lang="en-US"/>
        </a:p>
      </dgm:t>
    </dgm:pt>
    <dgm:pt modelId="{17B16140-796E-419F-92B5-BA3D1FFFDF48}" type="pres">
      <dgm:prSet presAssocID="{1B1C4180-BB06-487D-9D54-2F52080BE6F3}" presName="linear" presStyleCnt="0">
        <dgm:presLayoutVars>
          <dgm:animLvl val="lvl"/>
          <dgm:resizeHandles val="exact"/>
        </dgm:presLayoutVars>
      </dgm:prSet>
      <dgm:spPr/>
    </dgm:pt>
    <dgm:pt modelId="{C9ADBF68-B49E-4E44-B003-886D00596CFB}" type="pres">
      <dgm:prSet presAssocID="{7667FBFA-043C-41C8-A02E-0736560C78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6BD3BAC-556F-472B-8F98-CCFF2F5FF360}" type="pres">
      <dgm:prSet presAssocID="{4C7DEF21-7A1E-4573-91A5-7EDDDE18EFDD}" presName="spacer" presStyleCnt="0"/>
      <dgm:spPr/>
    </dgm:pt>
    <dgm:pt modelId="{417CA410-5D8E-4EC9-98D8-EB9E9BA8E1F7}" type="pres">
      <dgm:prSet presAssocID="{B649786A-B1EC-448F-8805-ADFA7411EA5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DDADCA5-292E-4E41-9FCE-C02090C52508}" type="pres">
      <dgm:prSet presAssocID="{D5689FBA-CD5A-47FD-AE7C-C3D075B9CA6C}" presName="spacer" presStyleCnt="0"/>
      <dgm:spPr/>
    </dgm:pt>
    <dgm:pt modelId="{83BA24E6-17CE-4769-8A5A-1C1B3B71004E}" type="pres">
      <dgm:prSet presAssocID="{4A597F36-55EB-42EB-9FE9-DF43981B7B2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AD4ED5A-10B9-4ACB-AEB9-A639147C1B69}" type="pres">
      <dgm:prSet presAssocID="{53C347BD-8736-4B90-9EF9-D44A329165B5}" presName="spacer" presStyleCnt="0"/>
      <dgm:spPr/>
    </dgm:pt>
    <dgm:pt modelId="{E0C2CB79-B630-4950-8EA0-A212A8A8E1A3}" type="pres">
      <dgm:prSet presAssocID="{39E5D375-D98A-447D-832E-047304EA1F2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324308-B4E7-4230-A111-36370FD01087}" type="presOf" srcId="{1B1C4180-BB06-487D-9D54-2F52080BE6F3}" destId="{17B16140-796E-419F-92B5-BA3D1FFFDF48}" srcOrd="0" destOrd="0" presId="urn:microsoft.com/office/officeart/2005/8/layout/vList2"/>
    <dgm:cxn modelId="{27AD463D-245A-4616-87A8-7E0D9608C885}" type="presOf" srcId="{B649786A-B1EC-448F-8805-ADFA7411EA5D}" destId="{417CA410-5D8E-4EC9-98D8-EB9E9BA8E1F7}" srcOrd="0" destOrd="0" presId="urn:microsoft.com/office/officeart/2005/8/layout/vList2"/>
    <dgm:cxn modelId="{6AB12B43-6ABB-4633-9585-AD851FCA1B3D}" type="presOf" srcId="{7667FBFA-043C-41C8-A02E-0736560C7819}" destId="{C9ADBF68-B49E-4E44-B003-886D00596CFB}" srcOrd="0" destOrd="0" presId="urn:microsoft.com/office/officeart/2005/8/layout/vList2"/>
    <dgm:cxn modelId="{687B518A-2C92-48FC-A35C-6D0B18D1B2D6}" srcId="{1B1C4180-BB06-487D-9D54-2F52080BE6F3}" destId="{39E5D375-D98A-447D-832E-047304EA1F23}" srcOrd="3" destOrd="0" parTransId="{25EF5600-3B58-42FD-B0FF-39EE194518B1}" sibTransId="{7FBF31D9-24A3-4C76-985B-CB9007E77ECB}"/>
    <dgm:cxn modelId="{FC9623B4-50C5-4682-B814-2A595DACE410}" type="presOf" srcId="{39E5D375-D98A-447D-832E-047304EA1F23}" destId="{E0C2CB79-B630-4950-8EA0-A212A8A8E1A3}" srcOrd="0" destOrd="0" presId="urn:microsoft.com/office/officeart/2005/8/layout/vList2"/>
    <dgm:cxn modelId="{278330BE-FB5F-40E0-98E0-03534811D4C1}" type="presOf" srcId="{4A597F36-55EB-42EB-9FE9-DF43981B7B2B}" destId="{83BA24E6-17CE-4769-8A5A-1C1B3B71004E}" srcOrd="0" destOrd="0" presId="urn:microsoft.com/office/officeart/2005/8/layout/vList2"/>
    <dgm:cxn modelId="{8801D4C3-1B6D-49AE-9A4E-21938903D17F}" srcId="{1B1C4180-BB06-487D-9D54-2F52080BE6F3}" destId="{7667FBFA-043C-41C8-A02E-0736560C7819}" srcOrd="0" destOrd="0" parTransId="{0BEEB742-E99A-44C2-8380-2A1162C140FE}" sibTransId="{4C7DEF21-7A1E-4573-91A5-7EDDDE18EFDD}"/>
    <dgm:cxn modelId="{120B0CCE-16CA-43E8-857C-DBB382F853C3}" srcId="{1B1C4180-BB06-487D-9D54-2F52080BE6F3}" destId="{B649786A-B1EC-448F-8805-ADFA7411EA5D}" srcOrd="1" destOrd="0" parTransId="{AEF39622-67FC-45A4-84DF-8DA341346C4E}" sibTransId="{D5689FBA-CD5A-47FD-AE7C-C3D075B9CA6C}"/>
    <dgm:cxn modelId="{20B183EF-09C3-44F6-8CC6-4D231C08AD9F}" srcId="{1B1C4180-BB06-487D-9D54-2F52080BE6F3}" destId="{4A597F36-55EB-42EB-9FE9-DF43981B7B2B}" srcOrd="2" destOrd="0" parTransId="{BB3DD68E-2578-4C48-8493-E1CA5D3C14F2}" sibTransId="{53C347BD-8736-4B90-9EF9-D44A329165B5}"/>
    <dgm:cxn modelId="{65F7E5E8-F5E5-433B-A24B-CAFEA3B4C1F0}" type="presParOf" srcId="{17B16140-796E-419F-92B5-BA3D1FFFDF48}" destId="{C9ADBF68-B49E-4E44-B003-886D00596CFB}" srcOrd="0" destOrd="0" presId="urn:microsoft.com/office/officeart/2005/8/layout/vList2"/>
    <dgm:cxn modelId="{1EF6F9CA-D2BD-4D69-B9D4-E1025956A4A3}" type="presParOf" srcId="{17B16140-796E-419F-92B5-BA3D1FFFDF48}" destId="{46BD3BAC-556F-472B-8F98-CCFF2F5FF360}" srcOrd="1" destOrd="0" presId="urn:microsoft.com/office/officeart/2005/8/layout/vList2"/>
    <dgm:cxn modelId="{120AD012-8C96-42E2-8093-20692A39106D}" type="presParOf" srcId="{17B16140-796E-419F-92B5-BA3D1FFFDF48}" destId="{417CA410-5D8E-4EC9-98D8-EB9E9BA8E1F7}" srcOrd="2" destOrd="0" presId="urn:microsoft.com/office/officeart/2005/8/layout/vList2"/>
    <dgm:cxn modelId="{BC102713-BF36-4B24-95CE-2A69C33F31E7}" type="presParOf" srcId="{17B16140-796E-419F-92B5-BA3D1FFFDF48}" destId="{4DDADCA5-292E-4E41-9FCE-C02090C52508}" srcOrd="3" destOrd="0" presId="urn:microsoft.com/office/officeart/2005/8/layout/vList2"/>
    <dgm:cxn modelId="{923B5785-AC97-4F9F-B045-C52A21AE45D8}" type="presParOf" srcId="{17B16140-796E-419F-92B5-BA3D1FFFDF48}" destId="{83BA24E6-17CE-4769-8A5A-1C1B3B71004E}" srcOrd="4" destOrd="0" presId="urn:microsoft.com/office/officeart/2005/8/layout/vList2"/>
    <dgm:cxn modelId="{A6A3DA30-1323-474A-BD2B-BB2EF87EFC0C}" type="presParOf" srcId="{17B16140-796E-419F-92B5-BA3D1FFFDF48}" destId="{0AD4ED5A-10B9-4ACB-AEB9-A639147C1B69}" srcOrd="5" destOrd="0" presId="urn:microsoft.com/office/officeart/2005/8/layout/vList2"/>
    <dgm:cxn modelId="{416D1E5E-44FA-42D9-A2C4-90C9CA1CC445}" type="presParOf" srcId="{17B16140-796E-419F-92B5-BA3D1FFFDF48}" destId="{E0C2CB79-B630-4950-8EA0-A212A8A8E1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D127FE-2226-4A1D-AD29-D1BB6E9D26C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C4B531-7CE9-4533-9BDF-833939833F43}">
      <dgm:prSet/>
      <dgm:spPr/>
      <dgm:t>
        <a:bodyPr/>
        <a:lstStyle/>
        <a:p>
          <a:r>
            <a:rPr lang="en-US"/>
            <a:t>AI-Powered Diagnostics</a:t>
          </a:r>
        </a:p>
      </dgm:t>
    </dgm:pt>
    <dgm:pt modelId="{6FA548E5-8BEF-41D3-BD31-A5AF2766B3F3}" type="parTrans" cxnId="{2866CEFF-68A7-4517-9FE4-EB2181DB45D8}">
      <dgm:prSet/>
      <dgm:spPr/>
      <dgm:t>
        <a:bodyPr/>
        <a:lstStyle/>
        <a:p>
          <a:endParaRPr lang="en-US"/>
        </a:p>
      </dgm:t>
    </dgm:pt>
    <dgm:pt modelId="{A3D0A890-4C29-4AE0-AEF7-B43AB8A43C99}" type="sibTrans" cxnId="{2866CEFF-68A7-4517-9FE4-EB2181DB45D8}">
      <dgm:prSet/>
      <dgm:spPr/>
      <dgm:t>
        <a:bodyPr/>
        <a:lstStyle/>
        <a:p>
          <a:endParaRPr lang="en-US"/>
        </a:p>
      </dgm:t>
    </dgm:pt>
    <dgm:pt modelId="{AFEDAA6B-31A9-45EA-8671-F54CE6E338B0}">
      <dgm:prSet/>
      <dgm:spPr/>
      <dgm:t>
        <a:bodyPr/>
        <a:lstStyle/>
        <a:p>
          <a:r>
            <a:rPr lang="en-US"/>
            <a:t>Lightweight Agent</a:t>
          </a:r>
        </a:p>
      </dgm:t>
    </dgm:pt>
    <dgm:pt modelId="{73F851A3-F93E-4664-962D-2D950C50F710}" type="parTrans" cxnId="{1A60B5BC-17A8-40FF-97BB-048AAAF002B6}">
      <dgm:prSet/>
      <dgm:spPr/>
      <dgm:t>
        <a:bodyPr/>
        <a:lstStyle/>
        <a:p>
          <a:endParaRPr lang="en-US"/>
        </a:p>
      </dgm:t>
    </dgm:pt>
    <dgm:pt modelId="{DBCC77F2-BE41-4266-AD06-AF8F1273E1B0}" type="sibTrans" cxnId="{1A60B5BC-17A8-40FF-97BB-048AAAF002B6}">
      <dgm:prSet/>
      <dgm:spPr/>
      <dgm:t>
        <a:bodyPr/>
        <a:lstStyle/>
        <a:p>
          <a:endParaRPr lang="en-US"/>
        </a:p>
      </dgm:t>
    </dgm:pt>
    <dgm:pt modelId="{02494575-0E05-40E2-B455-385866CE8C9E}">
      <dgm:prSet/>
      <dgm:spPr/>
      <dgm:t>
        <a:bodyPr/>
        <a:lstStyle/>
        <a:p>
          <a:r>
            <a:rPr lang="en-US"/>
            <a:t>Unified Dashboard</a:t>
          </a:r>
        </a:p>
      </dgm:t>
    </dgm:pt>
    <dgm:pt modelId="{866FE6D3-E457-4774-B498-0B39D11FBC0D}" type="parTrans" cxnId="{22FA1E62-FFC2-4B80-9C73-394B110EEDE5}">
      <dgm:prSet/>
      <dgm:spPr/>
      <dgm:t>
        <a:bodyPr/>
        <a:lstStyle/>
        <a:p>
          <a:endParaRPr lang="en-US"/>
        </a:p>
      </dgm:t>
    </dgm:pt>
    <dgm:pt modelId="{32A1916B-6995-4EEF-9F35-5E7E11344FF3}" type="sibTrans" cxnId="{22FA1E62-FFC2-4B80-9C73-394B110EEDE5}">
      <dgm:prSet/>
      <dgm:spPr/>
      <dgm:t>
        <a:bodyPr/>
        <a:lstStyle/>
        <a:p>
          <a:endParaRPr lang="en-US"/>
        </a:p>
      </dgm:t>
    </dgm:pt>
    <dgm:pt modelId="{3F7D4B9D-B19F-4DA2-92BF-A57C0B1E4BEE}">
      <dgm:prSet/>
      <dgm:spPr/>
      <dgm:t>
        <a:bodyPr/>
        <a:lstStyle/>
        <a:p>
          <a:r>
            <a:rPr lang="en-US"/>
            <a:t>Knowledge Base</a:t>
          </a:r>
        </a:p>
      </dgm:t>
    </dgm:pt>
    <dgm:pt modelId="{B6B7760C-4D64-4806-A9F3-D4FCC844D064}" type="parTrans" cxnId="{5F74811D-5D81-4FEE-9EB9-37110538A333}">
      <dgm:prSet/>
      <dgm:spPr/>
      <dgm:t>
        <a:bodyPr/>
        <a:lstStyle/>
        <a:p>
          <a:endParaRPr lang="en-US"/>
        </a:p>
      </dgm:t>
    </dgm:pt>
    <dgm:pt modelId="{6D4A8129-D72D-4501-A3EE-AEFE51642984}" type="sibTrans" cxnId="{5F74811D-5D81-4FEE-9EB9-37110538A333}">
      <dgm:prSet/>
      <dgm:spPr/>
      <dgm:t>
        <a:bodyPr/>
        <a:lstStyle/>
        <a:p>
          <a:endParaRPr lang="en-US"/>
        </a:p>
      </dgm:t>
    </dgm:pt>
    <dgm:pt modelId="{8196430E-EEF3-4678-B538-0430DCBAF609}" type="pres">
      <dgm:prSet presAssocID="{0DD127FE-2226-4A1D-AD29-D1BB6E9D26C4}" presName="linear" presStyleCnt="0">
        <dgm:presLayoutVars>
          <dgm:dir/>
          <dgm:animLvl val="lvl"/>
          <dgm:resizeHandles val="exact"/>
        </dgm:presLayoutVars>
      </dgm:prSet>
      <dgm:spPr/>
    </dgm:pt>
    <dgm:pt modelId="{85CCA324-4008-4BBA-B139-BF5BA2F59C2C}" type="pres">
      <dgm:prSet presAssocID="{C5C4B531-7CE9-4533-9BDF-833939833F43}" presName="parentLin" presStyleCnt="0"/>
      <dgm:spPr/>
    </dgm:pt>
    <dgm:pt modelId="{D3426F8B-1B3B-4DA6-B86C-9C0E784976DC}" type="pres">
      <dgm:prSet presAssocID="{C5C4B531-7CE9-4533-9BDF-833939833F43}" presName="parentLeftMargin" presStyleLbl="node1" presStyleIdx="0" presStyleCnt="4"/>
      <dgm:spPr/>
    </dgm:pt>
    <dgm:pt modelId="{FEE02A9E-8B67-4B4D-BF8B-60A341669D5F}" type="pres">
      <dgm:prSet presAssocID="{C5C4B531-7CE9-4533-9BDF-833939833F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14B346-30F5-437A-A80A-B67AFFA91B18}" type="pres">
      <dgm:prSet presAssocID="{C5C4B531-7CE9-4533-9BDF-833939833F43}" presName="negativeSpace" presStyleCnt="0"/>
      <dgm:spPr/>
    </dgm:pt>
    <dgm:pt modelId="{8C534ED1-8340-448C-8986-6EF2D176C4D9}" type="pres">
      <dgm:prSet presAssocID="{C5C4B531-7CE9-4533-9BDF-833939833F43}" presName="childText" presStyleLbl="conFgAcc1" presStyleIdx="0" presStyleCnt="4">
        <dgm:presLayoutVars>
          <dgm:bulletEnabled val="1"/>
        </dgm:presLayoutVars>
      </dgm:prSet>
      <dgm:spPr/>
    </dgm:pt>
    <dgm:pt modelId="{7721176C-38F2-4E9E-B755-11CEAD3C9D35}" type="pres">
      <dgm:prSet presAssocID="{A3D0A890-4C29-4AE0-AEF7-B43AB8A43C99}" presName="spaceBetweenRectangles" presStyleCnt="0"/>
      <dgm:spPr/>
    </dgm:pt>
    <dgm:pt modelId="{514037B1-A11F-4B93-A353-C6DFDBEB93DD}" type="pres">
      <dgm:prSet presAssocID="{AFEDAA6B-31A9-45EA-8671-F54CE6E338B0}" presName="parentLin" presStyleCnt="0"/>
      <dgm:spPr/>
    </dgm:pt>
    <dgm:pt modelId="{8D170F54-2FD9-4146-9C83-E0343C62C50E}" type="pres">
      <dgm:prSet presAssocID="{AFEDAA6B-31A9-45EA-8671-F54CE6E338B0}" presName="parentLeftMargin" presStyleLbl="node1" presStyleIdx="0" presStyleCnt="4"/>
      <dgm:spPr/>
    </dgm:pt>
    <dgm:pt modelId="{CAA36058-3F9A-437B-8755-7569F069390E}" type="pres">
      <dgm:prSet presAssocID="{AFEDAA6B-31A9-45EA-8671-F54CE6E338B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2A22E2-80BB-4868-9520-AC3794CD799A}" type="pres">
      <dgm:prSet presAssocID="{AFEDAA6B-31A9-45EA-8671-F54CE6E338B0}" presName="negativeSpace" presStyleCnt="0"/>
      <dgm:spPr/>
    </dgm:pt>
    <dgm:pt modelId="{07DACA18-89D2-45BD-BA60-17F5765F1418}" type="pres">
      <dgm:prSet presAssocID="{AFEDAA6B-31A9-45EA-8671-F54CE6E338B0}" presName="childText" presStyleLbl="conFgAcc1" presStyleIdx="1" presStyleCnt="4">
        <dgm:presLayoutVars>
          <dgm:bulletEnabled val="1"/>
        </dgm:presLayoutVars>
      </dgm:prSet>
      <dgm:spPr/>
    </dgm:pt>
    <dgm:pt modelId="{BBFB6785-5D47-45A9-9CC1-0C14DC3CA750}" type="pres">
      <dgm:prSet presAssocID="{DBCC77F2-BE41-4266-AD06-AF8F1273E1B0}" presName="spaceBetweenRectangles" presStyleCnt="0"/>
      <dgm:spPr/>
    </dgm:pt>
    <dgm:pt modelId="{F1140FE7-C8C9-4C4B-9DF7-7388008EAF4C}" type="pres">
      <dgm:prSet presAssocID="{02494575-0E05-40E2-B455-385866CE8C9E}" presName="parentLin" presStyleCnt="0"/>
      <dgm:spPr/>
    </dgm:pt>
    <dgm:pt modelId="{C22C6C01-E4EA-4304-BC84-6E6AB01E96C6}" type="pres">
      <dgm:prSet presAssocID="{02494575-0E05-40E2-B455-385866CE8C9E}" presName="parentLeftMargin" presStyleLbl="node1" presStyleIdx="1" presStyleCnt="4"/>
      <dgm:spPr/>
    </dgm:pt>
    <dgm:pt modelId="{CE9F0201-1B1A-48B8-90E0-8C83841AF8A9}" type="pres">
      <dgm:prSet presAssocID="{02494575-0E05-40E2-B455-385866CE8C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4A4F2F-E927-4415-B990-8810664B1B34}" type="pres">
      <dgm:prSet presAssocID="{02494575-0E05-40E2-B455-385866CE8C9E}" presName="negativeSpace" presStyleCnt="0"/>
      <dgm:spPr/>
    </dgm:pt>
    <dgm:pt modelId="{00903844-C795-4DB1-9153-4A888B32B59A}" type="pres">
      <dgm:prSet presAssocID="{02494575-0E05-40E2-B455-385866CE8C9E}" presName="childText" presStyleLbl="conFgAcc1" presStyleIdx="2" presStyleCnt="4">
        <dgm:presLayoutVars>
          <dgm:bulletEnabled val="1"/>
        </dgm:presLayoutVars>
      </dgm:prSet>
      <dgm:spPr/>
    </dgm:pt>
    <dgm:pt modelId="{FA1BB321-EAF7-4CCA-AB88-5F0DD83E1645}" type="pres">
      <dgm:prSet presAssocID="{32A1916B-6995-4EEF-9F35-5E7E11344FF3}" presName="spaceBetweenRectangles" presStyleCnt="0"/>
      <dgm:spPr/>
    </dgm:pt>
    <dgm:pt modelId="{145986DA-E5A1-4A65-A765-C54EE92EF14A}" type="pres">
      <dgm:prSet presAssocID="{3F7D4B9D-B19F-4DA2-92BF-A57C0B1E4BEE}" presName="parentLin" presStyleCnt="0"/>
      <dgm:spPr/>
    </dgm:pt>
    <dgm:pt modelId="{743F4C9A-CA56-4941-BEAB-FF89D64952AA}" type="pres">
      <dgm:prSet presAssocID="{3F7D4B9D-B19F-4DA2-92BF-A57C0B1E4BEE}" presName="parentLeftMargin" presStyleLbl="node1" presStyleIdx="2" presStyleCnt="4"/>
      <dgm:spPr/>
    </dgm:pt>
    <dgm:pt modelId="{8FE9BD94-1A11-4BC4-A369-42A12BE14F18}" type="pres">
      <dgm:prSet presAssocID="{3F7D4B9D-B19F-4DA2-92BF-A57C0B1E4BE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BA694CD-1317-4C69-A875-131F06672798}" type="pres">
      <dgm:prSet presAssocID="{3F7D4B9D-B19F-4DA2-92BF-A57C0B1E4BEE}" presName="negativeSpace" presStyleCnt="0"/>
      <dgm:spPr/>
    </dgm:pt>
    <dgm:pt modelId="{A44C1BD8-48BA-4AAF-B59B-23CA840CA13D}" type="pres">
      <dgm:prSet presAssocID="{3F7D4B9D-B19F-4DA2-92BF-A57C0B1E4BE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D4C9415-56AA-47AD-A9CE-337350407EE1}" type="presOf" srcId="{AFEDAA6B-31A9-45EA-8671-F54CE6E338B0}" destId="{8D170F54-2FD9-4146-9C83-E0343C62C50E}" srcOrd="0" destOrd="0" presId="urn:microsoft.com/office/officeart/2005/8/layout/list1"/>
    <dgm:cxn modelId="{5F74811D-5D81-4FEE-9EB9-37110538A333}" srcId="{0DD127FE-2226-4A1D-AD29-D1BB6E9D26C4}" destId="{3F7D4B9D-B19F-4DA2-92BF-A57C0B1E4BEE}" srcOrd="3" destOrd="0" parTransId="{B6B7760C-4D64-4806-A9F3-D4FCC844D064}" sibTransId="{6D4A8129-D72D-4501-A3EE-AEFE51642984}"/>
    <dgm:cxn modelId="{E0E5E424-9D9A-4EA1-A9C3-ACC7F0D8D53E}" type="presOf" srcId="{02494575-0E05-40E2-B455-385866CE8C9E}" destId="{CE9F0201-1B1A-48B8-90E0-8C83841AF8A9}" srcOrd="1" destOrd="0" presId="urn:microsoft.com/office/officeart/2005/8/layout/list1"/>
    <dgm:cxn modelId="{22FA1E62-FFC2-4B80-9C73-394B110EEDE5}" srcId="{0DD127FE-2226-4A1D-AD29-D1BB6E9D26C4}" destId="{02494575-0E05-40E2-B455-385866CE8C9E}" srcOrd="2" destOrd="0" parTransId="{866FE6D3-E457-4774-B498-0B39D11FBC0D}" sibTransId="{32A1916B-6995-4EEF-9F35-5E7E11344FF3}"/>
    <dgm:cxn modelId="{C8CBB782-98E0-4FE8-B40E-8D46E5EF9349}" type="presOf" srcId="{3F7D4B9D-B19F-4DA2-92BF-A57C0B1E4BEE}" destId="{743F4C9A-CA56-4941-BEAB-FF89D64952AA}" srcOrd="0" destOrd="0" presId="urn:microsoft.com/office/officeart/2005/8/layout/list1"/>
    <dgm:cxn modelId="{E360D886-E550-4BC4-963B-4C894CA7FB23}" type="presOf" srcId="{0DD127FE-2226-4A1D-AD29-D1BB6E9D26C4}" destId="{8196430E-EEF3-4678-B538-0430DCBAF609}" srcOrd="0" destOrd="0" presId="urn:microsoft.com/office/officeart/2005/8/layout/list1"/>
    <dgm:cxn modelId="{6A1CC3A1-A962-4A74-9CBA-44314AF7A9AD}" type="presOf" srcId="{AFEDAA6B-31A9-45EA-8671-F54CE6E338B0}" destId="{CAA36058-3F9A-437B-8755-7569F069390E}" srcOrd="1" destOrd="0" presId="urn:microsoft.com/office/officeart/2005/8/layout/list1"/>
    <dgm:cxn modelId="{10BECEA1-0905-48AC-A3D1-C71E0C99A18E}" type="presOf" srcId="{C5C4B531-7CE9-4533-9BDF-833939833F43}" destId="{FEE02A9E-8B67-4B4D-BF8B-60A341669D5F}" srcOrd="1" destOrd="0" presId="urn:microsoft.com/office/officeart/2005/8/layout/list1"/>
    <dgm:cxn modelId="{27983EAF-D60A-4F1C-9944-4AE73C09E4FB}" type="presOf" srcId="{C5C4B531-7CE9-4533-9BDF-833939833F43}" destId="{D3426F8B-1B3B-4DA6-B86C-9C0E784976DC}" srcOrd="0" destOrd="0" presId="urn:microsoft.com/office/officeart/2005/8/layout/list1"/>
    <dgm:cxn modelId="{1A60B5BC-17A8-40FF-97BB-048AAAF002B6}" srcId="{0DD127FE-2226-4A1D-AD29-D1BB6E9D26C4}" destId="{AFEDAA6B-31A9-45EA-8671-F54CE6E338B0}" srcOrd="1" destOrd="0" parTransId="{73F851A3-F93E-4664-962D-2D950C50F710}" sibTransId="{DBCC77F2-BE41-4266-AD06-AF8F1273E1B0}"/>
    <dgm:cxn modelId="{184E15FE-ED01-4E2C-A63D-46F3DF7D4CAC}" type="presOf" srcId="{3F7D4B9D-B19F-4DA2-92BF-A57C0B1E4BEE}" destId="{8FE9BD94-1A11-4BC4-A369-42A12BE14F18}" srcOrd="1" destOrd="0" presId="urn:microsoft.com/office/officeart/2005/8/layout/list1"/>
    <dgm:cxn modelId="{E92616FF-0191-45E6-991B-C8C117DF61DE}" type="presOf" srcId="{02494575-0E05-40E2-B455-385866CE8C9E}" destId="{C22C6C01-E4EA-4304-BC84-6E6AB01E96C6}" srcOrd="0" destOrd="0" presId="urn:microsoft.com/office/officeart/2005/8/layout/list1"/>
    <dgm:cxn modelId="{2866CEFF-68A7-4517-9FE4-EB2181DB45D8}" srcId="{0DD127FE-2226-4A1D-AD29-D1BB6E9D26C4}" destId="{C5C4B531-7CE9-4533-9BDF-833939833F43}" srcOrd="0" destOrd="0" parTransId="{6FA548E5-8BEF-41D3-BD31-A5AF2766B3F3}" sibTransId="{A3D0A890-4C29-4AE0-AEF7-B43AB8A43C99}"/>
    <dgm:cxn modelId="{A8E1A497-37B1-4763-8B98-5401911D3FB4}" type="presParOf" srcId="{8196430E-EEF3-4678-B538-0430DCBAF609}" destId="{85CCA324-4008-4BBA-B139-BF5BA2F59C2C}" srcOrd="0" destOrd="0" presId="urn:microsoft.com/office/officeart/2005/8/layout/list1"/>
    <dgm:cxn modelId="{637FF990-63BA-41C2-80C1-37C0D7F79E96}" type="presParOf" srcId="{85CCA324-4008-4BBA-B139-BF5BA2F59C2C}" destId="{D3426F8B-1B3B-4DA6-B86C-9C0E784976DC}" srcOrd="0" destOrd="0" presId="urn:microsoft.com/office/officeart/2005/8/layout/list1"/>
    <dgm:cxn modelId="{838DED5B-E71F-4124-9449-6D2118DC193C}" type="presParOf" srcId="{85CCA324-4008-4BBA-B139-BF5BA2F59C2C}" destId="{FEE02A9E-8B67-4B4D-BF8B-60A341669D5F}" srcOrd="1" destOrd="0" presId="urn:microsoft.com/office/officeart/2005/8/layout/list1"/>
    <dgm:cxn modelId="{433B61C3-4DE2-48A3-8691-8A68A7162E12}" type="presParOf" srcId="{8196430E-EEF3-4678-B538-0430DCBAF609}" destId="{2114B346-30F5-437A-A80A-B67AFFA91B18}" srcOrd="1" destOrd="0" presId="urn:microsoft.com/office/officeart/2005/8/layout/list1"/>
    <dgm:cxn modelId="{A32B81B5-8118-4988-86BA-6626F8AFAE2B}" type="presParOf" srcId="{8196430E-EEF3-4678-B538-0430DCBAF609}" destId="{8C534ED1-8340-448C-8986-6EF2D176C4D9}" srcOrd="2" destOrd="0" presId="urn:microsoft.com/office/officeart/2005/8/layout/list1"/>
    <dgm:cxn modelId="{0F7FC727-70C9-4C08-A086-80AC9F261ED5}" type="presParOf" srcId="{8196430E-EEF3-4678-B538-0430DCBAF609}" destId="{7721176C-38F2-4E9E-B755-11CEAD3C9D35}" srcOrd="3" destOrd="0" presId="urn:microsoft.com/office/officeart/2005/8/layout/list1"/>
    <dgm:cxn modelId="{1C522F0E-AC56-4741-A4D6-883676DF2256}" type="presParOf" srcId="{8196430E-EEF3-4678-B538-0430DCBAF609}" destId="{514037B1-A11F-4B93-A353-C6DFDBEB93DD}" srcOrd="4" destOrd="0" presId="urn:microsoft.com/office/officeart/2005/8/layout/list1"/>
    <dgm:cxn modelId="{57A694A7-9F4B-4B76-933E-D68BA4794181}" type="presParOf" srcId="{514037B1-A11F-4B93-A353-C6DFDBEB93DD}" destId="{8D170F54-2FD9-4146-9C83-E0343C62C50E}" srcOrd="0" destOrd="0" presId="urn:microsoft.com/office/officeart/2005/8/layout/list1"/>
    <dgm:cxn modelId="{0B09D91B-BD57-4E03-B68D-D7AD9A7CD809}" type="presParOf" srcId="{514037B1-A11F-4B93-A353-C6DFDBEB93DD}" destId="{CAA36058-3F9A-437B-8755-7569F069390E}" srcOrd="1" destOrd="0" presId="urn:microsoft.com/office/officeart/2005/8/layout/list1"/>
    <dgm:cxn modelId="{504FD1BA-E2E2-49E0-A861-9C507F1222B6}" type="presParOf" srcId="{8196430E-EEF3-4678-B538-0430DCBAF609}" destId="{1C2A22E2-80BB-4868-9520-AC3794CD799A}" srcOrd="5" destOrd="0" presId="urn:microsoft.com/office/officeart/2005/8/layout/list1"/>
    <dgm:cxn modelId="{DB3F0712-7C8B-4B89-8430-0AEEE06DB86F}" type="presParOf" srcId="{8196430E-EEF3-4678-B538-0430DCBAF609}" destId="{07DACA18-89D2-45BD-BA60-17F5765F1418}" srcOrd="6" destOrd="0" presId="urn:microsoft.com/office/officeart/2005/8/layout/list1"/>
    <dgm:cxn modelId="{1D57A588-7E18-47B6-9970-7C129AB7FB26}" type="presParOf" srcId="{8196430E-EEF3-4678-B538-0430DCBAF609}" destId="{BBFB6785-5D47-45A9-9CC1-0C14DC3CA750}" srcOrd="7" destOrd="0" presId="urn:microsoft.com/office/officeart/2005/8/layout/list1"/>
    <dgm:cxn modelId="{56671E63-3502-4EC9-AC5D-53BB364B760B}" type="presParOf" srcId="{8196430E-EEF3-4678-B538-0430DCBAF609}" destId="{F1140FE7-C8C9-4C4B-9DF7-7388008EAF4C}" srcOrd="8" destOrd="0" presId="urn:microsoft.com/office/officeart/2005/8/layout/list1"/>
    <dgm:cxn modelId="{11495DD9-B7C1-43AC-9D4E-D53A0D16455A}" type="presParOf" srcId="{F1140FE7-C8C9-4C4B-9DF7-7388008EAF4C}" destId="{C22C6C01-E4EA-4304-BC84-6E6AB01E96C6}" srcOrd="0" destOrd="0" presId="urn:microsoft.com/office/officeart/2005/8/layout/list1"/>
    <dgm:cxn modelId="{C65B6679-DD2F-44FC-8068-50A6AE82C0BE}" type="presParOf" srcId="{F1140FE7-C8C9-4C4B-9DF7-7388008EAF4C}" destId="{CE9F0201-1B1A-48B8-90E0-8C83841AF8A9}" srcOrd="1" destOrd="0" presId="urn:microsoft.com/office/officeart/2005/8/layout/list1"/>
    <dgm:cxn modelId="{06ED01BD-62AF-4707-8C60-E50B97681C48}" type="presParOf" srcId="{8196430E-EEF3-4678-B538-0430DCBAF609}" destId="{8F4A4F2F-E927-4415-B990-8810664B1B34}" srcOrd="9" destOrd="0" presId="urn:microsoft.com/office/officeart/2005/8/layout/list1"/>
    <dgm:cxn modelId="{A7900C1F-1209-437D-B120-F832548D0671}" type="presParOf" srcId="{8196430E-EEF3-4678-B538-0430DCBAF609}" destId="{00903844-C795-4DB1-9153-4A888B32B59A}" srcOrd="10" destOrd="0" presId="urn:microsoft.com/office/officeart/2005/8/layout/list1"/>
    <dgm:cxn modelId="{D188837F-5D7F-4774-825A-C434F71C5810}" type="presParOf" srcId="{8196430E-EEF3-4678-B538-0430DCBAF609}" destId="{FA1BB321-EAF7-4CCA-AB88-5F0DD83E1645}" srcOrd="11" destOrd="0" presId="urn:microsoft.com/office/officeart/2005/8/layout/list1"/>
    <dgm:cxn modelId="{A1EEFFE4-5683-465A-81DD-E6C94492FF48}" type="presParOf" srcId="{8196430E-EEF3-4678-B538-0430DCBAF609}" destId="{145986DA-E5A1-4A65-A765-C54EE92EF14A}" srcOrd="12" destOrd="0" presId="urn:microsoft.com/office/officeart/2005/8/layout/list1"/>
    <dgm:cxn modelId="{77AC860D-4D37-48C3-A545-E4FB6D6290F5}" type="presParOf" srcId="{145986DA-E5A1-4A65-A765-C54EE92EF14A}" destId="{743F4C9A-CA56-4941-BEAB-FF89D64952AA}" srcOrd="0" destOrd="0" presId="urn:microsoft.com/office/officeart/2005/8/layout/list1"/>
    <dgm:cxn modelId="{7A06C1C7-6840-4A7B-A425-B7099E4F2E48}" type="presParOf" srcId="{145986DA-E5A1-4A65-A765-C54EE92EF14A}" destId="{8FE9BD94-1A11-4BC4-A369-42A12BE14F18}" srcOrd="1" destOrd="0" presId="urn:microsoft.com/office/officeart/2005/8/layout/list1"/>
    <dgm:cxn modelId="{A5800A15-160D-4875-8977-D8465749DFB4}" type="presParOf" srcId="{8196430E-EEF3-4678-B538-0430DCBAF609}" destId="{3BA694CD-1317-4C69-A875-131F06672798}" srcOrd="13" destOrd="0" presId="urn:microsoft.com/office/officeart/2005/8/layout/list1"/>
    <dgm:cxn modelId="{3FAE3D02-7E74-4C49-B305-1C8AC62478B0}" type="presParOf" srcId="{8196430E-EEF3-4678-B538-0430DCBAF609}" destId="{A44C1BD8-48BA-4AAF-B59B-23CA840CA13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C4AA23-3B19-4914-9950-1E5442922A0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9C61CB-DD69-4844-B6AB-F78342279FC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[AI DIAGNOSTICS AGENT]</a:t>
          </a:r>
        </a:p>
      </dgm:t>
    </dgm:pt>
    <dgm:pt modelId="{3E5895E1-2882-4E12-8B2A-557E1083690F}" type="parTrans" cxnId="{05BAA487-1DDF-445E-B7BC-337ED748E6A9}">
      <dgm:prSet/>
      <dgm:spPr/>
      <dgm:t>
        <a:bodyPr/>
        <a:lstStyle/>
        <a:p>
          <a:endParaRPr lang="en-US"/>
        </a:p>
      </dgm:t>
    </dgm:pt>
    <dgm:pt modelId="{E600F37B-7A9E-4635-BA4A-6C6D09A319B0}" type="sibTrans" cxnId="{05BAA487-1DDF-445E-B7BC-337ED748E6A9}">
      <dgm:prSet/>
      <dgm:spPr/>
      <dgm:t>
        <a:bodyPr/>
        <a:lstStyle/>
        <a:p>
          <a:endParaRPr lang="en-US"/>
        </a:p>
      </dgm:t>
    </dgm:pt>
    <dgm:pt modelId="{3D403D8F-0550-4280-9CBB-B501AD189E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Connected to Filesystem, Gemini API, Knowledge Base</a:t>
          </a:r>
        </a:p>
      </dgm:t>
    </dgm:pt>
    <dgm:pt modelId="{33001552-C873-4868-91AB-CB0C0652E618}" type="parTrans" cxnId="{3BBEC34B-02A8-4EAF-ADC0-2885E6F8630D}">
      <dgm:prSet/>
      <dgm:spPr/>
      <dgm:t>
        <a:bodyPr/>
        <a:lstStyle/>
        <a:p>
          <a:endParaRPr lang="en-US"/>
        </a:p>
      </dgm:t>
    </dgm:pt>
    <dgm:pt modelId="{BB946E94-FFD2-4313-8ECF-3A9AF7CC9033}" type="sibTrans" cxnId="{3BBEC34B-02A8-4EAF-ADC0-2885E6F8630D}">
      <dgm:prSet/>
      <dgm:spPr/>
      <dgm:t>
        <a:bodyPr/>
        <a:lstStyle/>
        <a:p>
          <a:endParaRPr lang="en-US"/>
        </a:p>
      </dgm:t>
    </dgm:pt>
    <dgm:pt modelId="{7072BA55-CC3D-497A-8EC4-C5F33DBD93E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[USER BROWSER]</a:t>
          </a:r>
        </a:p>
      </dgm:t>
    </dgm:pt>
    <dgm:pt modelId="{00586DB0-E0F2-428A-A095-1D569E4B48C9}" type="parTrans" cxnId="{7599CAB7-93F7-4129-AD05-5B3C39956BC3}">
      <dgm:prSet/>
      <dgm:spPr/>
      <dgm:t>
        <a:bodyPr/>
        <a:lstStyle/>
        <a:p>
          <a:endParaRPr lang="en-US"/>
        </a:p>
      </dgm:t>
    </dgm:pt>
    <dgm:pt modelId="{C6255A9B-54BF-4DFC-9754-A6D2AFD44D2C}" type="sibTrans" cxnId="{7599CAB7-93F7-4129-AD05-5B3C39956BC3}">
      <dgm:prSet/>
      <dgm:spPr/>
      <dgm:t>
        <a:bodyPr/>
        <a:lstStyle/>
        <a:p>
          <a:endParaRPr lang="en-US"/>
        </a:p>
      </dgm:t>
    </dgm:pt>
    <dgm:pt modelId="{BAC9B3B3-BEE7-4B13-BADB-E22C4DDAC12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Vocera</a:t>
          </a:r>
          <a:r>
            <a:rPr lang="en-US" dirty="0"/>
            <a:t> Analytics Application &amp; Configuration files</a:t>
          </a:r>
        </a:p>
      </dgm:t>
    </dgm:pt>
    <dgm:pt modelId="{C99DABA9-0E4B-447F-AD9C-0430D0C7E049}" type="parTrans" cxnId="{52C18EFB-8B6E-4489-ADD1-E0A8D877E1F9}">
      <dgm:prSet/>
      <dgm:spPr/>
      <dgm:t>
        <a:bodyPr/>
        <a:lstStyle/>
        <a:p>
          <a:endParaRPr lang="en-US"/>
        </a:p>
      </dgm:t>
    </dgm:pt>
    <dgm:pt modelId="{1338442A-ED0B-44A3-8C80-F239BF89CB26}" type="sibTrans" cxnId="{52C18EFB-8B6E-4489-ADD1-E0A8D877E1F9}">
      <dgm:prSet/>
      <dgm:spPr/>
      <dgm:t>
        <a:bodyPr/>
        <a:lstStyle/>
        <a:p>
          <a:endParaRPr lang="en-US"/>
        </a:p>
      </dgm:t>
    </dgm:pt>
    <dgm:pt modelId="{4C257567-04AF-467A-9D05-789CD91A4EE6}" type="pres">
      <dgm:prSet presAssocID="{43C4AA23-3B19-4914-9950-1E5442922A0F}" presName="root" presStyleCnt="0">
        <dgm:presLayoutVars>
          <dgm:dir/>
          <dgm:resizeHandles val="exact"/>
        </dgm:presLayoutVars>
      </dgm:prSet>
      <dgm:spPr/>
    </dgm:pt>
    <dgm:pt modelId="{BE7A5495-507F-4D4F-9306-7ECD6988C14C}" type="pres">
      <dgm:prSet presAssocID="{7072BA55-CC3D-497A-8EC4-C5F33DBD93E2}" presName="compNode" presStyleCnt="0"/>
      <dgm:spPr/>
    </dgm:pt>
    <dgm:pt modelId="{497C3D9E-A6EA-4BD6-AA87-3C331FAF00C5}" type="pres">
      <dgm:prSet presAssocID="{7072BA55-CC3D-497A-8EC4-C5F33DBD93E2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6C45DE4-E1FF-4A70-93A7-4104F4E2573A}" type="pres">
      <dgm:prSet presAssocID="{7072BA55-CC3D-497A-8EC4-C5F33DBD93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9709EF4-E399-40B8-BE14-D08E376FF6D2}" type="pres">
      <dgm:prSet presAssocID="{7072BA55-CC3D-497A-8EC4-C5F33DBD93E2}" presName="spaceRect" presStyleCnt="0"/>
      <dgm:spPr/>
    </dgm:pt>
    <dgm:pt modelId="{AC67E984-DFE3-47D6-B883-666631FC1457}" type="pres">
      <dgm:prSet presAssocID="{7072BA55-CC3D-497A-8EC4-C5F33DBD93E2}" presName="textRect" presStyleLbl="revTx" presStyleIdx="0" presStyleCnt="4">
        <dgm:presLayoutVars>
          <dgm:chMax val="1"/>
          <dgm:chPref val="1"/>
        </dgm:presLayoutVars>
      </dgm:prSet>
      <dgm:spPr/>
    </dgm:pt>
    <dgm:pt modelId="{9DEB2793-3310-44AD-A82A-7B4AA19DFE89}" type="pres">
      <dgm:prSet presAssocID="{C6255A9B-54BF-4DFC-9754-A6D2AFD44D2C}" presName="sibTrans" presStyleCnt="0"/>
      <dgm:spPr/>
    </dgm:pt>
    <dgm:pt modelId="{6FB4E97A-B0A5-4E77-9C54-7D18B98E9D36}" type="pres">
      <dgm:prSet presAssocID="{039C61CB-DD69-4844-B6AB-F78342279FC3}" presName="compNode" presStyleCnt="0"/>
      <dgm:spPr/>
    </dgm:pt>
    <dgm:pt modelId="{50B8BCDD-00C5-4F44-8DC8-21B3D55244B5}" type="pres">
      <dgm:prSet presAssocID="{039C61CB-DD69-4844-B6AB-F78342279FC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7C4E985-F756-4A0F-99F6-B371281DA6D2}" type="pres">
      <dgm:prSet presAssocID="{039C61CB-DD69-4844-B6AB-F78342279F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AC13519-8575-43D6-AEEA-E5B2A8A5AC5F}" type="pres">
      <dgm:prSet presAssocID="{039C61CB-DD69-4844-B6AB-F78342279FC3}" presName="spaceRect" presStyleCnt="0"/>
      <dgm:spPr/>
    </dgm:pt>
    <dgm:pt modelId="{81DEBA48-F062-40C2-A13C-E10F6902D8E0}" type="pres">
      <dgm:prSet presAssocID="{039C61CB-DD69-4844-B6AB-F78342279FC3}" presName="textRect" presStyleLbl="revTx" presStyleIdx="1" presStyleCnt="4">
        <dgm:presLayoutVars>
          <dgm:chMax val="1"/>
          <dgm:chPref val="1"/>
        </dgm:presLayoutVars>
      </dgm:prSet>
      <dgm:spPr/>
    </dgm:pt>
    <dgm:pt modelId="{A8A6107E-2AD7-46E2-B127-3D2172ABF88F}" type="pres">
      <dgm:prSet presAssocID="{E600F37B-7A9E-4635-BA4A-6C6D09A319B0}" presName="sibTrans" presStyleCnt="0"/>
      <dgm:spPr/>
    </dgm:pt>
    <dgm:pt modelId="{EFE88C3E-836B-4B94-B311-3A191EAF9E9B}" type="pres">
      <dgm:prSet presAssocID="{BAC9B3B3-BEE7-4B13-BADB-E22C4DDAC123}" presName="compNode" presStyleCnt="0"/>
      <dgm:spPr/>
    </dgm:pt>
    <dgm:pt modelId="{B6BC51C2-F498-45EA-9A35-45A456E5A0B9}" type="pres">
      <dgm:prSet presAssocID="{BAC9B3B3-BEE7-4B13-BADB-E22C4DDAC123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BE606A9-C2B2-48B3-9534-3ECFED8F913E}" type="pres">
      <dgm:prSet presAssocID="{BAC9B3B3-BEE7-4B13-BADB-E22C4DDAC1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C93D5C58-3B4C-48B2-8F73-48E571B97EFF}" type="pres">
      <dgm:prSet presAssocID="{BAC9B3B3-BEE7-4B13-BADB-E22C4DDAC123}" presName="spaceRect" presStyleCnt="0"/>
      <dgm:spPr/>
    </dgm:pt>
    <dgm:pt modelId="{9A8692FF-F1E9-4D01-A0E0-4D56410130C4}" type="pres">
      <dgm:prSet presAssocID="{BAC9B3B3-BEE7-4B13-BADB-E22C4DDAC123}" presName="textRect" presStyleLbl="revTx" presStyleIdx="2" presStyleCnt="4">
        <dgm:presLayoutVars>
          <dgm:chMax val="1"/>
          <dgm:chPref val="1"/>
        </dgm:presLayoutVars>
      </dgm:prSet>
      <dgm:spPr/>
    </dgm:pt>
    <dgm:pt modelId="{C408F986-0FE0-4BAB-81CC-5645DB54EC98}" type="pres">
      <dgm:prSet presAssocID="{1338442A-ED0B-44A3-8C80-F239BF89CB26}" presName="sibTrans" presStyleCnt="0"/>
      <dgm:spPr/>
    </dgm:pt>
    <dgm:pt modelId="{FF1853F3-4D23-4AEB-A655-AAD92C1CA848}" type="pres">
      <dgm:prSet presAssocID="{3D403D8F-0550-4280-9CBB-B501AD189E38}" presName="compNode" presStyleCnt="0"/>
      <dgm:spPr/>
    </dgm:pt>
    <dgm:pt modelId="{4EE9A0D5-A5B1-4CF2-AFD0-D2869B5B15CE}" type="pres">
      <dgm:prSet presAssocID="{3D403D8F-0550-4280-9CBB-B501AD189E3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2A99FC6-0C6B-4B43-BD2C-E5CC99A15CAF}" type="pres">
      <dgm:prSet presAssocID="{3D403D8F-0550-4280-9CBB-B501AD189E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74E28F8-57D3-49DB-8A99-671A985DBA8D}" type="pres">
      <dgm:prSet presAssocID="{3D403D8F-0550-4280-9CBB-B501AD189E38}" presName="spaceRect" presStyleCnt="0"/>
      <dgm:spPr/>
    </dgm:pt>
    <dgm:pt modelId="{0EA2F6BA-9F20-4CAD-A51C-C4216D5F9D68}" type="pres">
      <dgm:prSet presAssocID="{3D403D8F-0550-4280-9CBB-B501AD189E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839E708-56C3-4C29-9EA1-6A59EC319818}" type="presOf" srcId="{039C61CB-DD69-4844-B6AB-F78342279FC3}" destId="{81DEBA48-F062-40C2-A13C-E10F6902D8E0}" srcOrd="0" destOrd="0" presId="urn:microsoft.com/office/officeart/2018/5/layout/IconLeafLabelList"/>
    <dgm:cxn modelId="{6DA73339-7688-4DEA-807D-F46967FE9C15}" type="presOf" srcId="{3D403D8F-0550-4280-9CBB-B501AD189E38}" destId="{0EA2F6BA-9F20-4CAD-A51C-C4216D5F9D68}" srcOrd="0" destOrd="0" presId="urn:microsoft.com/office/officeart/2018/5/layout/IconLeafLabelList"/>
    <dgm:cxn modelId="{3BBEC34B-02A8-4EAF-ADC0-2885E6F8630D}" srcId="{43C4AA23-3B19-4914-9950-1E5442922A0F}" destId="{3D403D8F-0550-4280-9CBB-B501AD189E38}" srcOrd="3" destOrd="0" parTransId="{33001552-C873-4868-91AB-CB0C0652E618}" sibTransId="{BB946E94-FFD2-4313-8ECF-3A9AF7CC9033}"/>
    <dgm:cxn modelId="{BEAAE27E-1AE3-4FEB-9210-CB171FDBEC86}" type="presOf" srcId="{7072BA55-CC3D-497A-8EC4-C5F33DBD93E2}" destId="{AC67E984-DFE3-47D6-B883-666631FC1457}" srcOrd="0" destOrd="0" presId="urn:microsoft.com/office/officeart/2018/5/layout/IconLeafLabelList"/>
    <dgm:cxn modelId="{05BAA487-1DDF-445E-B7BC-337ED748E6A9}" srcId="{43C4AA23-3B19-4914-9950-1E5442922A0F}" destId="{039C61CB-DD69-4844-B6AB-F78342279FC3}" srcOrd="1" destOrd="0" parTransId="{3E5895E1-2882-4E12-8B2A-557E1083690F}" sibTransId="{E600F37B-7A9E-4635-BA4A-6C6D09A319B0}"/>
    <dgm:cxn modelId="{9674568F-95E7-45A5-9ADC-5F8E1C4D217D}" type="presOf" srcId="{43C4AA23-3B19-4914-9950-1E5442922A0F}" destId="{4C257567-04AF-467A-9D05-789CD91A4EE6}" srcOrd="0" destOrd="0" presId="urn:microsoft.com/office/officeart/2018/5/layout/IconLeafLabelList"/>
    <dgm:cxn modelId="{7599CAB7-93F7-4129-AD05-5B3C39956BC3}" srcId="{43C4AA23-3B19-4914-9950-1E5442922A0F}" destId="{7072BA55-CC3D-497A-8EC4-C5F33DBD93E2}" srcOrd="0" destOrd="0" parTransId="{00586DB0-E0F2-428A-A095-1D569E4B48C9}" sibTransId="{C6255A9B-54BF-4DFC-9754-A6D2AFD44D2C}"/>
    <dgm:cxn modelId="{6E02FDBB-6D73-457E-8EB9-95E554566E1F}" type="presOf" srcId="{BAC9B3B3-BEE7-4B13-BADB-E22C4DDAC123}" destId="{9A8692FF-F1E9-4D01-A0E0-4D56410130C4}" srcOrd="0" destOrd="0" presId="urn:microsoft.com/office/officeart/2018/5/layout/IconLeafLabelList"/>
    <dgm:cxn modelId="{52C18EFB-8B6E-4489-ADD1-E0A8D877E1F9}" srcId="{43C4AA23-3B19-4914-9950-1E5442922A0F}" destId="{BAC9B3B3-BEE7-4B13-BADB-E22C4DDAC123}" srcOrd="2" destOrd="0" parTransId="{C99DABA9-0E4B-447F-AD9C-0430D0C7E049}" sibTransId="{1338442A-ED0B-44A3-8C80-F239BF89CB26}"/>
    <dgm:cxn modelId="{83A3AADA-8E4D-457D-B698-9A5DF12706A0}" type="presParOf" srcId="{4C257567-04AF-467A-9D05-789CD91A4EE6}" destId="{BE7A5495-507F-4D4F-9306-7ECD6988C14C}" srcOrd="0" destOrd="0" presId="urn:microsoft.com/office/officeart/2018/5/layout/IconLeafLabelList"/>
    <dgm:cxn modelId="{170AD8D5-798A-48C5-A0ED-1FD66AAE2278}" type="presParOf" srcId="{BE7A5495-507F-4D4F-9306-7ECD6988C14C}" destId="{497C3D9E-A6EA-4BD6-AA87-3C331FAF00C5}" srcOrd="0" destOrd="0" presId="urn:microsoft.com/office/officeart/2018/5/layout/IconLeafLabelList"/>
    <dgm:cxn modelId="{FBEB6E3C-F491-4911-A8D5-4D5809080307}" type="presParOf" srcId="{BE7A5495-507F-4D4F-9306-7ECD6988C14C}" destId="{A6C45DE4-E1FF-4A70-93A7-4104F4E2573A}" srcOrd="1" destOrd="0" presId="urn:microsoft.com/office/officeart/2018/5/layout/IconLeafLabelList"/>
    <dgm:cxn modelId="{E8AB57E7-A951-451B-B959-DA9F06D7AD99}" type="presParOf" srcId="{BE7A5495-507F-4D4F-9306-7ECD6988C14C}" destId="{B9709EF4-E399-40B8-BE14-D08E376FF6D2}" srcOrd="2" destOrd="0" presId="urn:microsoft.com/office/officeart/2018/5/layout/IconLeafLabelList"/>
    <dgm:cxn modelId="{41A3D15C-062B-4843-8569-2A9DB5379CD5}" type="presParOf" srcId="{BE7A5495-507F-4D4F-9306-7ECD6988C14C}" destId="{AC67E984-DFE3-47D6-B883-666631FC1457}" srcOrd="3" destOrd="0" presId="urn:microsoft.com/office/officeart/2018/5/layout/IconLeafLabelList"/>
    <dgm:cxn modelId="{6382FF8F-2611-497C-A784-1D6786AD985E}" type="presParOf" srcId="{4C257567-04AF-467A-9D05-789CD91A4EE6}" destId="{9DEB2793-3310-44AD-A82A-7B4AA19DFE89}" srcOrd="1" destOrd="0" presId="urn:microsoft.com/office/officeart/2018/5/layout/IconLeafLabelList"/>
    <dgm:cxn modelId="{5006423E-4BC8-4294-A105-0C2E29A57885}" type="presParOf" srcId="{4C257567-04AF-467A-9D05-789CD91A4EE6}" destId="{6FB4E97A-B0A5-4E77-9C54-7D18B98E9D36}" srcOrd="2" destOrd="0" presId="urn:microsoft.com/office/officeart/2018/5/layout/IconLeafLabelList"/>
    <dgm:cxn modelId="{1E3E5D7A-57D7-42B7-B56A-04D2B2D9E7D6}" type="presParOf" srcId="{6FB4E97A-B0A5-4E77-9C54-7D18B98E9D36}" destId="{50B8BCDD-00C5-4F44-8DC8-21B3D55244B5}" srcOrd="0" destOrd="0" presId="urn:microsoft.com/office/officeart/2018/5/layout/IconLeafLabelList"/>
    <dgm:cxn modelId="{D124214D-FA6B-4875-BA6B-6F014504EBE4}" type="presParOf" srcId="{6FB4E97A-B0A5-4E77-9C54-7D18B98E9D36}" destId="{F7C4E985-F756-4A0F-99F6-B371281DA6D2}" srcOrd="1" destOrd="0" presId="urn:microsoft.com/office/officeart/2018/5/layout/IconLeafLabelList"/>
    <dgm:cxn modelId="{FA7A5DDA-71C9-4673-BB01-A29E89684554}" type="presParOf" srcId="{6FB4E97A-B0A5-4E77-9C54-7D18B98E9D36}" destId="{0AC13519-8575-43D6-AEEA-E5B2A8A5AC5F}" srcOrd="2" destOrd="0" presId="urn:microsoft.com/office/officeart/2018/5/layout/IconLeafLabelList"/>
    <dgm:cxn modelId="{C7A72C0D-B8FD-46C8-A15D-39C9AE0D9E69}" type="presParOf" srcId="{6FB4E97A-B0A5-4E77-9C54-7D18B98E9D36}" destId="{81DEBA48-F062-40C2-A13C-E10F6902D8E0}" srcOrd="3" destOrd="0" presId="urn:microsoft.com/office/officeart/2018/5/layout/IconLeafLabelList"/>
    <dgm:cxn modelId="{607EA04B-83DD-4AD6-A243-69505D23EDEA}" type="presParOf" srcId="{4C257567-04AF-467A-9D05-789CD91A4EE6}" destId="{A8A6107E-2AD7-46E2-B127-3D2172ABF88F}" srcOrd="3" destOrd="0" presId="urn:microsoft.com/office/officeart/2018/5/layout/IconLeafLabelList"/>
    <dgm:cxn modelId="{061A03E8-A5F0-4DCF-B794-FB2F81F2CBE0}" type="presParOf" srcId="{4C257567-04AF-467A-9D05-789CD91A4EE6}" destId="{EFE88C3E-836B-4B94-B311-3A191EAF9E9B}" srcOrd="4" destOrd="0" presId="urn:microsoft.com/office/officeart/2018/5/layout/IconLeafLabelList"/>
    <dgm:cxn modelId="{6003E506-DCB2-4CCF-8934-EA5B33E0AF90}" type="presParOf" srcId="{EFE88C3E-836B-4B94-B311-3A191EAF9E9B}" destId="{B6BC51C2-F498-45EA-9A35-45A456E5A0B9}" srcOrd="0" destOrd="0" presId="urn:microsoft.com/office/officeart/2018/5/layout/IconLeafLabelList"/>
    <dgm:cxn modelId="{67531565-946D-410A-A4E7-30594FE8B796}" type="presParOf" srcId="{EFE88C3E-836B-4B94-B311-3A191EAF9E9B}" destId="{BBE606A9-C2B2-48B3-9534-3ECFED8F913E}" srcOrd="1" destOrd="0" presId="urn:microsoft.com/office/officeart/2018/5/layout/IconLeafLabelList"/>
    <dgm:cxn modelId="{1B0CCCB8-DA2E-4677-97DB-5850ABFEF5B9}" type="presParOf" srcId="{EFE88C3E-836B-4B94-B311-3A191EAF9E9B}" destId="{C93D5C58-3B4C-48B2-8F73-48E571B97EFF}" srcOrd="2" destOrd="0" presId="urn:microsoft.com/office/officeart/2018/5/layout/IconLeafLabelList"/>
    <dgm:cxn modelId="{398BAE4A-24D8-4F4F-8261-B409ED727E51}" type="presParOf" srcId="{EFE88C3E-836B-4B94-B311-3A191EAF9E9B}" destId="{9A8692FF-F1E9-4D01-A0E0-4D56410130C4}" srcOrd="3" destOrd="0" presId="urn:microsoft.com/office/officeart/2018/5/layout/IconLeafLabelList"/>
    <dgm:cxn modelId="{517852B3-3809-44D7-91E0-1CEDBE039C69}" type="presParOf" srcId="{4C257567-04AF-467A-9D05-789CD91A4EE6}" destId="{C408F986-0FE0-4BAB-81CC-5645DB54EC98}" srcOrd="5" destOrd="0" presId="urn:microsoft.com/office/officeart/2018/5/layout/IconLeafLabelList"/>
    <dgm:cxn modelId="{795D11C9-ACFE-43F4-9FFD-42BEA04FFC54}" type="presParOf" srcId="{4C257567-04AF-467A-9D05-789CD91A4EE6}" destId="{FF1853F3-4D23-4AEB-A655-AAD92C1CA848}" srcOrd="6" destOrd="0" presId="urn:microsoft.com/office/officeart/2018/5/layout/IconLeafLabelList"/>
    <dgm:cxn modelId="{B3AE53D2-052B-45C5-8A8C-8A9D33408ED0}" type="presParOf" srcId="{FF1853F3-4D23-4AEB-A655-AAD92C1CA848}" destId="{4EE9A0D5-A5B1-4CF2-AFD0-D2869B5B15CE}" srcOrd="0" destOrd="0" presId="urn:microsoft.com/office/officeart/2018/5/layout/IconLeafLabelList"/>
    <dgm:cxn modelId="{0D667C27-BE0C-40B1-8199-CE766DA5A592}" type="presParOf" srcId="{FF1853F3-4D23-4AEB-A655-AAD92C1CA848}" destId="{72A99FC6-0C6B-4B43-BD2C-E5CC99A15CAF}" srcOrd="1" destOrd="0" presId="urn:microsoft.com/office/officeart/2018/5/layout/IconLeafLabelList"/>
    <dgm:cxn modelId="{10CCCCD2-C261-4B6D-BEE9-4BE141BEAA4A}" type="presParOf" srcId="{FF1853F3-4D23-4AEB-A655-AAD92C1CA848}" destId="{274E28F8-57D3-49DB-8A99-671A985DBA8D}" srcOrd="2" destOrd="0" presId="urn:microsoft.com/office/officeart/2018/5/layout/IconLeafLabelList"/>
    <dgm:cxn modelId="{48C63690-2861-4941-B553-B6E8DBCB7A59}" type="presParOf" srcId="{FF1853F3-4D23-4AEB-A655-AAD92C1CA848}" destId="{0EA2F6BA-9F20-4CAD-A51C-C4216D5F9D6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214330-5A4B-4172-A841-DE2068BA35B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B2E3D4-DE33-433A-8B40-E3527ACC7E0A}">
      <dgm:prSet/>
      <dgm:spPr/>
      <dgm:t>
        <a:bodyPr/>
        <a:lstStyle/>
        <a:p>
          <a:r>
            <a:rPr lang="en-US"/>
            <a:t>MTLS/SSL Validation</a:t>
          </a:r>
        </a:p>
      </dgm:t>
    </dgm:pt>
    <dgm:pt modelId="{B3EEE2E9-DFFE-4608-9822-72BAD6E2F975}" type="parTrans" cxnId="{55002146-D2C8-4F78-B062-FA3955FE5298}">
      <dgm:prSet/>
      <dgm:spPr/>
      <dgm:t>
        <a:bodyPr/>
        <a:lstStyle/>
        <a:p>
          <a:endParaRPr lang="en-US"/>
        </a:p>
      </dgm:t>
    </dgm:pt>
    <dgm:pt modelId="{DB14F570-224A-4CEF-B7B6-742EEEC21DFD}" type="sibTrans" cxnId="{55002146-D2C8-4F78-B062-FA3955FE5298}">
      <dgm:prSet/>
      <dgm:spPr/>
      <dgm:t>
        <a:bodyPr/>
        <a:lstStyle/>
        <a:p>
          <a:endParaRPr lang="en-US"/>
        </a:p>
      </dgm:t>
    </dgm:pt>
    <dgm:pt modelId="{07E634B7-B39C-4910-9DB2-3965B66AC1F1}">
      <dgm:prSet/>
      <dgm:spPr/>
      <dgm:t>
        <a:bodyPr/>
        <a:lstStyle/>
        <a:p>
          <a:r>
            <a:rPr lang="en-US"/>
            <a:t>Component Health Monitoring</a:t>
          </a:r>
        </a:p>
      </dgm:t>
    </dgm:pt>
    <dgm:pt modelId="{6BAF3AED-BBD1-4936-BEF6-7E29E74CA56B}" type="parTrans" cxnId="{54848F52-9D26-4256-9746-BB2EDAC9945B}">
      <dgm:prSet/>
      <dgm:spPr/>
      <dgm:t>
        <a:bodyPr/>
        <a:lstStyle/>
        <a:p>
          <a:endParaRPr lang="en-US"/>
        </a:p>
      </dgm:t>
    </dgm:pt>
    <dgm:pt modelId="{1E72E6A6-5B05-4E43-9D4E-36767A8C1621}" type="sibTrans" cxnId="{54848F52-9D26-4256-9746-BB2EDAC9945B}">
      <dgm:prSet/>
      <dgm:spPr/>
      <dgm:t>
        <a:bodyPr/>
        <a:lstStyle/>
        <a:p>
          <a:endParaRPr lang="en-US"/>
        </a:p>
      </dgm:t>
    </dgm:pt>
    <dgm:pt modelId="{470E94CE-1FC9-4B6B-8E7B-B1B5BCED1394}">
      <dgm:prSet/>
      <dgm:spPr/>
      <dgm:t>
        <a:bodyPr/>
        <a:lstStyle/>
        <a:p>
          <a:r>
            <a:rPr lang="en-US"/>
            <a:t>Automated Log Analysis</a:t>
          </a:r>
        </a:p>
      </dgm:t>
    </dgm:pt>
    <dgm:pt modelId="{47F1345E-182B-4797-8A0E-96950BC4DEE8}" type="parTrans" cxnId="{27FE14DA-779B-400C-B6F7-B85134AC62DD}">
      <dgm:prSet/>
      <dgm:spPr/>
      <dgm:t>
        <a:bodyPr/>
        <a:lstStyle/>
        <a:p>
          <a:endParaRPr lang="en-US"/>
        </a:p>
      </dgm:t>
    </dgm:pt>
    <dgm:pt modelId="{973CCE6B-36C1-4D92-913B-F1A6D7B5BA4B}" type="sibTrans" cxnId="{27FE14DA-779B-400C-B6F7-B85134AC62DD}">
      <dgm:prSet/>
      <dgm:spPr/>
      <dgm:t>
        <a:bodyPr/>
        <a:lstStyle/>
        <a:p>
          <a:endParaRPr lang="en-US"/>
        </a:p>
      </dgm:t>
    </dgm:pt>
    <dgm:pt modelId="{B2FD26F4-0BA8-409D-99CC-072A37D0C3C6}">
      <dgm:prSet/>
      <dgm:spPr/>
      <dgm:t>
        <a:bodyPr/>
        <a:lstStyle/>
        <a:p>
          <a:r>
            <a:rPr lang="en-US"/>
            <a:t>Connectivity Testing</a:t>
          </a:r>
        </a:p>
      </dgm:t>
    </dgm:pt>
    <dgm:pt modelId="{02CE7658-66AF-4139-B1E4-FA171F1E6404}" type="parTrans" cxnId="{F3436CCA-8D9B-4F3B-91EA-8BE606325647}">
      <dgm:prSet/>
      <dgm:spPr/>
      <dgm:t>
        <a:bodyPr/>
        <a:lstStyle/>
        <a:p>
          <a:endParaRPr lang="en-US"/>
        </a:p>
      </dgm:t>
    </dgm:pt>
    <dgm:pt modelId="{05740B9F-2D0D-41D5-AB5D-DD39DB5A870C}" type="sibTrans" cxnId="{F3436CCA-8D9B-4F3B-91EA-8BE606325647}">
      <dgm:prSet/>
      <dgm:spPr/>
      <dgm:t>
        <a:bodyPr/>
        <a:lstStyle/>
        <a:p>
          <a:endParaRPr lang="en-US"/>
        </a:p>
      </dgm:t>
    </dgm:pt>
    <dgm:pt modelId="{C65954FC-2C23-4036-8968-766D3D6C5208}" type="pres">
      <dgm:prSet presAssocID="{40214330-5A4B-4172-A841-DE2068BA35B2}" presName="linear" presStyleCnt="0">
        <dgm:presLayoutVars>
          <dgm:animLvl val="lvl"/>
          <dgm:resizeHandles val="exact"/>
        </dgm:presLayoutVars>
      </dgm:prSet>
      <dgm:spPr/>
    </dgm:pt>
    <dgm:pt modelId="{DD68A8E6-9FF1-4929-82A1-D2D157B0C772}" type="pres">
      <dgm:prSet presAssocID="{3DB2E3D4-DE33-433A-8B40-E3527ACC7E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B7AD3D-B25C-4C3F-AF26-30A7DA0B7EDA}" type="pres">
      <dgm:prSet presAssocID="{DB14F570-224A-4CEF-B7B6-742EEEC21DFD}" presName="spacer" presStyleCnt="0"/>
      <dgm:spPr/>
    </dgm:pt>
    <dgm:pt modelId="{CA4147DE-9F09-47AE-A99B-EAD2794A8715}" type="pres">
      <dgm:prSet presAssocID="{07E634B7-B39C-4910-9DB2-3965B66AC1F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E589ADC-8C18-4AC3-A76E-4FF1969C11E6}" type="pres">
      <dgm:prSet presAssocID="{1E72E6A6-5B05-4E43-9D4E-36767A8C1621}" presName="spacer" presStyleCnt="0"/>
      <dgm:spPr/>
    </dgm:pt>
    <dgm:pt modelId="{20F91D24-5078-4427-92E5-803D18B15CFB}" type="pres">
      <dgm:prSet presAssocID="{470E94CE-1FC9-4B6B-8E7B-B1B5BCED13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7FFD3E-0292-458A-9C61-F1534AD61D90}" type="pres">
      <dgm:prSet presAssocID="{973CCE6B-36C1-4D92-913B-F1A6D7B5BA4B}" presName="spacer" presStyleCnt="0"/>
      <dgm:spPr/>
    </dgm:pt>
    <dgm:pt modelId="{F4C6A975-F150-433B-8BA9-BF2F5AC27400}" type="pres">
      <dgm:prSet presAssocID="{B2FD26F4-0BA8-409D-99CC-072A37D0C3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2EE721-7F40-404E-AB08-08E0ECE8EBEA}" type="presOf" srcId="{B2FD26F4-0BA8-409D-99CC-072A37D0C3C6}" destId="{F4C6A975-F150-433B-8BA9-BF2F5AC27400}" srcOrd="0" destOrd="0" presId="urn:microsoft.com/office/officeart/2005/8/layout/vList2"/>
    <dgm:cxn modelId="{55002146-D2C8-4F78-B062-FA3955FE5298}" srcId="{40214330-5A4B-4172-A841-DE2068BA35B2}" destId="{3DB2E3D4-DE33-433A-8B40-E3527ACC7E0A}" srcOrd="0" destOrd="0" parTransId="{B3EEE2E9-DFFE-4608-9822-72BAD6E2F975}" sibTransId="{DB14F570-224A-4CEF-B7B6-742EEEC21DFD}"/>
    <dgm:cxn modelId="{54848F52-9D26-4256-9746-BB2EDAC9945B}" srcId="{40214330-5A4B-4172-A841-DE2068BA35B2}" destId="{07E634B7-B39C-4910-9DB2-3965B66AC1F1}" srcOrd="1" destOrd="0" parTransId="{6BAF3AED-BBD1-4936-BEF6-7E29E74CA56B}" sibTransId="{1E72E6A6-5B05-4E43-9D4E-36767A8C1621}"/>
    <dgm:cxn modelId="{B26CF47C-96E6-46E3-BF4C-E40F3F7B1868}" type="presOf" srcId="{470E94CE-1FC9-4B6B-8E7B-B1B5BCED1394}" destId="{20F91D24-5078-4427-92E5-803D18B15CFB}" srcOrd="0" destOrd="0" presId="urn:microsoft.com/office/officeart/2005/8/layout/vList2"/>
    <dgm:cxn modelId="{F3436CCA-8D9B-4F3B-91EA-8BE606325647}" srcId="{40214330-5A4B-4172-A841-DE2068BA35B2}" destId="{B2FD26F4-0BA8-409D-99CC-072A37D0C3C6}" srcOrd="3" destOrd="0" parTransId="{02CE7658-66AF-4139-B1E4-FA171F1E6404}" sibTransId="{05740B9F-2D0D-41D5-AB5D-DD39DB5A870C}"/>
    <dgm:cxn modelId="{85051DD5-D97D-4382-A47C-2BB5846C3B05}" type="presOf" srcId="{07E634B7-B39C-4910-9DB2-3965B66AC1F1}" destId="{CA4147DE-9F09-47AE-A99B-EAD2794A8715}" srcOrd="0" destOrd="0" presId="urn:microsoft.com/office/officeart/2005/8/layout/vList2"/>
    <dgm:cxn modelId="{27FE14DA-779B-400C-B6F7-B85134AC62DD}" srcId="{40214330-5A4B-4172-A841-DE2068BA35B2}" destId="{470E94CE-1FC9-4B6B-8E7B-B1B5BCED1394}" srcOrd="2" destOrd="0" parTransId="{47F1345E-182B-4797-8A0E-96950BC4DEE8}" sibTransId="{973CCE6B-36C1-4D92-913B-F1A6D7B5BA4B}"/>
    <dgm:cxn modelId="{331E77F0-DB28-4E69-AA51-0BBE9E57B3C4}" type="presOf" srcId="{3DB2E3D4-DE33-433A-8B40-E3527ACC7E0A}" destId="{DD68A8E6-9FF1-4929-82A1-D2D157B0C772}" srcOrd="0" destOrd="0" presId="urn:microsoft.com/office/officeart/2005/8/layout/vList2"/>
    <dgm:cxn modelId="{01D086F3-E959-4BE7-8968-898766A7843A}" type="presOf" srcId="{40214330-5A4B-4172-A841-DE2068BA35B2}" destId="{C65954FC-2C23-4036-8968-766D3D6C5208}" srcOrd="0" destOrd="0" presId="urn:microsoft.com/office/officeart/2005/8/layout/vList2"/>
    <dgm:cxn modelId="{F0BA4F55-5D4D-4EBC-9971-718216963DA8}" type="presParOf" srcId="{C65954FC-2C23-4036-8968-766D3D6C5208}" destId="{DD68A8E6-9FF1-4929-82A1-D2D157B0C772}" srcOrd="0" destOrd="0" presId="urn:microsoft.com/office/officeart/2005/8/layout/vList2"/>
    <dgm:cxn modelId="{F2D1E422-0419-48AE-BE30-C92E74AEC4D0}" type="presParOf" srcId="{C65954FC-2C23-4036-8968-766D3D6C5208}" destId="{16B7AD3D-B25C-4C3F-AF26-30A7DA0B7EDA}" srcOrd="1" destOrd="0" presId="urn:microsoft.com/office/officeart/2005/8/layout/vList2"/>
    <dgm:cxn modelId="{F3415533-9E28-4E10-A5D0-7D9A4296C62D}" type="presParOf" srcId="{C65954FC-2C23-4036-8968-766D3D6C5208}" destId="{CA4147DE-9F09-47AE-A99B-EAD2794A8715}" srcOrd="2" destOrd="0" presId="urn:microsoft.com/office/officeart/2005/8/layout/vList2"/>
    <dgm:cxn modelId="{2873BCED-463E-47CD-A483-A4DEEF986B62}" type="presParOf" srcId="{C65954FC-2C23-4036-8968-766D3D6C5208}" destId="{0E589ADC-8C18-4AC3-A76E-4FF1969C11E6}" srcOrd="3" destOrd="0" presId="urn:microsoft.com/office/officeart/2005/8/layout/vList2"/>
    <dgm:cxn modelId="{635791E4-FE68-4324-A272-5BB3755DD0C7}" type="presParOf" srcId="{C65954FC-2C23-4036-8968-766D3D6C5208}" destId="{20F91D24-5078-4427-92E5-803D18B15CFB}" srcOrd="4" destOrd="0" presId="urn:microsoft.com/office/officeart/2005/8/layout/vList2"/>
    <dgm:cxn modelId="{918C6741-4E08-4642-AC95-A4040C8FC088}" type="presParOf" srcId="{C65954FC-2C23-4036-8968-766D3D6C5208}" destId="{C67FFD3E-0292-458A-9C61-F1534AD61D90}" srcOrd="5" destOrd="0" presId="urn:microsoft.com/office/officeart/2005/8/layout/vList2"/>
    <dgm:cxn modelId="{F29F953E-EA57-4646-B6F3-A0D62C7A8E55}" type="presParOf" srcId="{C65954FC-2C23-4036-8968-766D3D6C5208}" destId="{F4C6A975-F150-433B-8BA9-BF2F5AC2740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750329-EE54-4684-B5A0-8EC5E1AFFFF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F0F2D2-6A9A-42A4-A040-E76C44E17492}">
      <dgm:prSet/>
      <dgm:spPr/>
      <dgm:t>
        <a:bodyPr/>
        <a:lstStyle/>
        <a:p>
          <a:r>
            <a:rPr lang="en-US"/>
            <a:t>Ingest</a:t>
          </a:r>
        </a:p>
      </dgm:t>
    </dgm:pt>
    <dgm:pt modelId="{F077E0EA-C3F1-45DB-89FF-B0C10B0C85F2}" type="parTrans" cxnId="{374CDFE3-6E91-4FC9-B3C8-0C3971710F8A}">
      <dgm:prSet/>
      <dgm:spPr/>
      <dgm:t>
        <a:bodyPr/>
        <a:lstStyle/>
        <a:p>
          <a:endParaRPr lang="en-US"/>
        </a:p>
      </dgm:t>
    </dgm:pt>
    <dgm:pt modelId="{28F63A21-4576-4E08-B3DE-251A2F9AA6E5}" type="sibTrans" cxnId="{374CDFE3-6E91-4FC9-B3C8-0C3971710F8A}">
      <dgm:prSet/>
      <dgm:spPr/>
      <dgm:t>
        <a:bodyPr/>
        <a:lstStyle/>
        <a:p>
          <a:endParaRPr lang="en-US"/>
        </a:p>
      </dgm:t>
    </dgm:pt>
    <dgm:pt modelId="{7A6CDEFA-E27F-4316-BCFF-00C55347095D}">
      <dgm:prSet/>
      <dgm:spPr/>
      <dgm:t>
        <a:bodyPr/>
        <a:lstStyle/>
        <a:p>
          <a:r>
            <a:rPr lang="en-US"/>
            <a:t>Analyze</a:t>
          </a:r>
        </a:p>
      </dgm:t>
    </dgm:pt>
    <dgm:pt modelId="{6532B4BD-D3EF-4188-A94F-3CCD27F485AF}" type="parTrans" cxnId="{17FDBC97-3D71-41D6-84CF-03CF0C1D73FF}">
      <dgm:prSet/>
      <dgm:spPr/>
      <dgm:t>
        <a:bodyPr/>
        <a:lstStyle/>
        <a:p>
          <a:endParaRPr lang="en-US"/>
        </a:p>
      </dgm:t>
    </dgm:pt>
    <dgm:pt modelId="{F939219A-26CC-4D5D-B65D-74641CBB3CA0}" type="sibTrans" cxnId="{17FDBC97-3D71-41D6-84CF-03CF0C1D73FF}">
      <dgm:prSet/>
      <dgm:spPr/>
      <dgm:t>
        <a:bodyPr/>
        <a:lstStyle/>
        <a:p>
          <a:endParaRPr lang="en-US"/>
        </a:p>
      </dgm:t>
    </dgm:pt>
    <dgm:pt modelId="{4A98CEF9-3C9B-4515-912D-687C8D3FB617}">
      <dgm:prSet/>
      <dgm:spPr/>
      <dgm:t>
        <a:bodyPr/>
        <a:lstStyle/>
        <a:p>
          <a:r>
            <a:rPr lang="en-US"/>
            <a:t>Diagnose</a:t>
          </a:r>
        </a:p>
      </dgm:t>
    </dgm:pt>
    <dgm:pt modelId="{ABA392A9-004E-4396-AF0A-4888BBABEFCC}" type="parTrans" cxnId="{03992529-422D-420D-BCA6-89B979244865}">
      <dgm:prSet/>
      <dgm:spPr/>
      <dgm:t>
        <a:bodyPr/>
        <a:lstStyle/>
        <a:p>
          <a:endParaRPr lang="en-US"/>
        </a:p>
      </dgm:t>
    </dgm:pt>
    <dgm:pt modelId="{C34E3A5B-3E3E-4AF1-A23C-9655EACE4F0A}" type="sibTrans" cxnId="{03992529-422D-420D-BCA6-89B979244865}">
      <dgm:prSet/>
      <dgm:spPr/>
      <dgm:t>
        <a:bodyPr/>
        <a:lstStyle/>
        <a:p>
          <a:endParaRPr lang="en-US"/>
        </a:p>
      </dgm:t>
    </dgm:pt>
    <dgm:pt modelId="{41FA035C-BA3E-4220-B2F3-72B09CF85BED}">
      <dgm:prSet/>
      <dgm:spPr/>
      <dgm:t>
        <a:bodyPr/>
        <a:lstStyle/>
        <a:p>
          <a:r>
            <a:rPr lang="en-US"/>
            <a:t>Resolve</a:t>
          </a:r>
        </a:p>
      </dgm:t>
    </dgm:pt>
    <dgm:pt modelId="{4D6361F9-59F6-4486-B343-B56CA02AD03D}" type="parTrans" cxnId="{1F20319F-BB75-45F3-9708-50FE78F15788}">
      <dgm:prSet/>
      <dgm:spPr/>
      <dgm:t>
        <a:bodyPr/>
        <a:lstStyle/>
        <a:p>
          <a:endParaRPr lang="en-US"/>
        </a:p>
      </dgm:t>
    </dgm:pt>
    <dgm:pt modelId="{E88BB29F-3124-478E-9A67-EA4FCC64A73C}" type="sibTrans" cxnId="{1F20319F-BB75-45F3-9708-50FE78F15788}">
      <dgm:prSet/>
      <dgm:spPr/>
      <dgm:t>
        <a:bodyPr/>
        <a:lstStyle/>
        <a:p>
          <a:endParaRPr lang="en-US"/>
        </a:p>
      </dgm:t>
    </dgm:pt>
    <dgm:pt modelId="{1C075842-216E-4B20-B088-6ECA9FDFC85F}" type="pres">
      <dgm:prSet presAssocID="{77750329-EE54-4684-B5A0-8EC5E1AFFFF1}" presName="root" presStyleCnt="0">
        <dgm:presLayoutVars>
          <dgm:dir/>
          <dgm:resizeHandles val="exact"/>
        </dgm:presLayoutVars>
      </dgm:prSet>
      <dgm:spPr/>
    </dgm:pt>
    <dgm:pt modelId="{43193943-F2F7-437B-AA14-AD48C6291FED}" type="pres">
      <dgm:prSet presAssocID="{02F0F2D2-6A9A-42A4-A040-E76C44E17492}" presName="compNode" presStyleCnt="0"/>
      <dgm:spPr/>
    </dgm:pt>
    <dgm:pt modelId="{F286E165-AFBC-442D-8E49-CA53A0876A76}" type="pres">
      <dgm:prSet presAssocID="{02F0F2D2-6A9A-42A4-A040-E76C44E17492}" presName="bgRect" presStyleLbl="bgShp" presStyleIdx="0" presStyleCnt="4"/>
      <dgm:spPr/>
    </dgm:pt>
    <dgm:pt modelId="{107C3043-86C7-46BA-9B43-720E8922D2CF}" type="pres">
      <dgm:prSet presAssocID="{02F0F2D2-6A9A-42A4-A040-E76C44E174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AA4ED7D4-AB25-442C-9988-F0A4B58B405E}" type="pres">
      <dgm:prSet presAssocID="{02F0F2D2-6A9A-42A4-A040-E76C44E17492}" presName="spaceRect" presStyleCnt="0"/>
      <dgm:spPr/>
    </dgm:pt>
    <dgm:pt modelId="{F56AD69D-953E-44A9-B2AA-966E1260D78D}" type="pres">
      <dgm:prSet presAssocID="{02F0F2D2-6A9A-42A4-A040-E76C44E17492}" presName="parTx" presStyleLbl="revTx" presStyleIdx="0" presStyleCnt="4">
        <dgm:presLayoutVars>
          <dgm:chMax val="0"/>
          <dgm:chPref val="0"/>
        </dgm:presLayoutVars>
      </dgm:prSet>
      <dgm:spPr/>
    </dgm:pt>
    <dgm:pt modelId="{C6B46284-2A34-46B6-8024-09C269C20C10}" type="pres">
      <dgm:prSet presAssocID="{28F63A21-4576-4E08-B3DE-251A2F9AA6E5}" presName="sibTrans" presStyleCnt="0"/>
      <dgm:spPr/>
    </dgm:pt>
    <dgm:pt modelId="{1284EE62-27AF-42E9-9A99-46C019F2ECBB}" type="pres">
      <dgm:prSet presAssocID="{7A6CDEFA-E27F-4316-BCFF-00C55347095D}" presName="compNode" presStyleCnt="0"/>
      <dgm:spPr/>
    </dgm:pt>
    <dgm:pt modelId="{73EB9AD8-05D0-40B1-A644-D0BE28E0EB3F}" type="pres">
      <dgm:prSet presAssocID="{7A6CDEFA-E27F-4316-BCFF-00C55347095D}" presName="bgRect" presStyleLbl="bgShp" presStyleIdx="1" presStyleCnt="4"/>
      <dgm:spPr/>
    </dgm:pt>
    <dgm:pt modelId="{BD010EB2-F8DA-4ABC-B993-9A2D72770C4B}" type="pres">
      <dgm:prSet presAssocID="{7A6CDEFA-E27F-4316-BCFF-00C5534709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CBF6F2C-B28B-4181-AB42-A939EFEDB7F7}" type="pres">
      <dgm:prSet presAssocID="{7A6CDEFA-E27F-4316-BCFF-00C55347095D}" presName="spaceRect" presStyleCnt="0"/>
      <dgm:spPr/>
    </dgm:pt>
    <dgm:pt modelId="{71183835-19D6-4696-914F-10A756A7C0E5}" type="pres">
      <dgm:prSet presAssocID="{7A6CDEFA-E27F-4316-BCFF-00C55347095D}" presName="parTx" presStyleLbl="revTx" presStyleIdx="1" presStyleCnt="4">
        <dgm:presLayoutVars>
          <dgm:chMax val="0"/>
          <dgm:chPref val="0"/>
        </dgm:presLayoutVars>
      </dgm:prSet>
      <dgm:spPr/>
    </dgm:pt>
    <dgm:pt modelId="{2100BBD3-45F9-4213-86FE-C80ACF03BD70}" type="pres">
      <dgm:prSet presAssocID="{F939219A-26CC-4D5D-B65D-74641CBB3CA0}" presName="sibTrans" presStyleCnt="0"/>
      <dgm:spPr/>
    </dgm:pt>
    <dgm:pt modelId="{0B656910-C539-40D3-8769-9530327488BC}" type="pres">
      <dgm:prSet presAssocID="{4A98CEF9-3C9B-4515-912D-687C8D3FB617}" presName="compNode" presStyleCnt="0"/>
      <dgm:spPr/>
    </dgm:pt>
    <dgm:pt modelId="{C429B619-42DB-462C-939D-58F05D3F45A5}" type="pres">
      <dgm:prSet presAssocID="{4A98CEF9-3C9B-4515-912D-687C8D3FB617}" presName="bgRect" presStyleLbl="bgShp" presStyleIdx="2" presStyleCnt="4"/>
      <dgm:spPr/>
    </dgm:pt>
    <dgm:pt modelId="{B1D0FACC-81A3-420F-AD08-84EBCDD65D87}" type="pres">
      <dgm:prSet presAssocID="{4A98CEF9-3C9B-4515-912D-687C8D3FB6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412ED31-1C4F-4911-AE72-8631448C0E9E}" type="pres">
      <dgm:prSet presAssocID="{4A98CEF9-3C9B-4515-912D-687C8D3FB617}" presName="spaceRect" presStyleCnt="0"/>
      <dgm:spPr/>
    </dgm:pt>
    <dgm:pt modelId="{34B0B263-5BF8-4F05-ACAF-C4110B167D89}" type="pres">
      <dgm:prSet presAssocID="{4A98CEF9-3C9B-4515-912D-687C8D3FB617}" presName="parTx" presStyleLbl="revTx" presStyleIdx="2" presStyleCnt="4">
        <dgm:presLayoutVars>
          <dgm:chMax val="0"/>
          <dgm:chPref val="0"/>
        </dgm:presLayoutVars>
      </dgm:prSet>
      <dgm:spPr/>
    </dgm:pt>
    <dgm:pt modelId="{DFA19FC6-1B9A-4A46-B882-BCCF7A9D7A3A}" type="pres">
      <dgm:prSet presAssocID="{C34E3A5B-3E3E-4AF1-A23C-9655EACE4F0A}" presName="sibTrans" presStyleCnt="0"/>
      <dgm:spPr/>
    </dgm:pt>
    <dgm:pt modelId="{9A58F0C3-1FF8-48C3-82C1-B904CCA10F28}" type="pres">
      <dgm:prSet presAssocID="{41FA035C-BA3E-4220-B2F3-72B09CF85BED}" presName="compNode" presStyleCnt="0"/>
      <dgm:spPr/>
    </dgm:pt>
    <dgm:pt modelId="{87DDB827-0DDE-4C29-A0FA-30B8C07EFBA7}" type="pres">
      <dgm:prSet presAssocID="{41FA035C-BA3E-4220-B2F3-72B09CF85BED}" presName="bgRect" presStyleLbl="bgShp" presStyleIdx="3" presStyleCnt="4"/>
      <dgm:spPr/>
    </dgm:pt>
    <dgm:pt modelId="{DF58F6A6-3CAE-492E-9F9C-DAF521BDB9F1}" type="pres">
      <dgm:prSet presAssocID="{41FA035C-BA3E-4220-B2F3-72B09CF85BE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A071A75-8DDA-4BD8-B10B-A5B8764E07BF}" type="pres">
      <dgm:prSet presAssocID="{41FA035C-BA3E-4220-B2F3-72B09CF85BED}" presName="spaceRect" presStyleCnt="0"/>
      <dgm:spPr/>
    </dgm:pt>
    <dgm:pt modelId="{03C59418-FD47-4C62-AF4C-F3BA94725853}" type="pres">
      <dgm:prSet presAssocID="{41FA035C-BA3E-4220-B2F3-72B09CF85BE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603AB20-8E11-43ED-BA2D-547A9DB91F64}" type="presOf" srcId="{7A6CDEFA-E27F-4316-BCFF-00C55347095D}" destId="{71183835-19D6-4696-914F-10A756A7C0E5}" srcOrd="0" destOrd="0" presId="urn:microsoft.com/office/officeart/2018/2/layout/IconVerticalSolidList"/>
    <dgm:cxn modelId="{433C0D29-59EF-411F-ABC2-62703F8B05C8}" type="presOf" srcId="{41FA035C-BA3E-4220-B2F3-72B09CF85BED}" destId="{03C59418-FD47-4C62-AF4C-F3BA94725853}" srcOrd="0" destOrd="0" presId="urn:microsoft.com/office/officeart/2018/2/layout/IconVerticalSolidList"/>
    <dgm:cxn modelId="{03992529-422D-420D-BCA6-89B979244865}" srcId="{77750329-EE54-4684-B5A0-8EC5E1AFFFF1}" destId="{4A98CEF9-3C9B-4515-912D-687C8D3FB617}" srcOrd="2" destOrd="0" parTransId="{ABA392A9-004E-4396-AF0A-4888BBABEFCC}" sibTransId="{C34E3A5B-3E3E-4AF1-A23C-9655EACE4F0A}"/>
    <dgm:cxn modelId="{B713524E-FB63-491B-B967-4FB146D3FF6A}" type="presOf" srcId="{4A98CEF9-3C9B-4515-912D-687C8D3FB617}" destId="{34B0B263-5BF8-4F05-ACAF-C4110B167D89}" srcOrd="0" destOrd="0" presId="urn:microsoft.com/office/officeart/2018/2/layout/IconVerticalSolidList"/>
    <dgm:cxn modelId="{17FDBC97-3D71-41D6-84CF-03CF0C1D73FF}" srcId="{77750329-EE54-4684-B5A0-8EC5E1AFFFF1}" destId="{7A6CDEFA-E27F-4316-BCFF-00C55347095D}" srcOrd="1" destOrd="0" parTransId="{6532B4BD-D3EF-4188-A94F-3CCD27F485AF}" sibTransId="{F939219A-26CC-4D5D-B65D-74641CBB3CA0}"/>
    <dgm:cxn modelId="{1F20319F-BB75-45F3-9708-50FE78F15788}" srcId="{77750329-EE54-4684-B5A0-8EC5E1AFFFF1}" destId="{41FA035C-BA3E-4220-B2F3-72B09CF85BED}" srcOrd="3" destOrd="0" parTransId="{4D6361F9-59F6-4486-B343-B56CA02AD03D}" sibTransId="{E88BB29F-3124-478E-9A67-EA4FCC64A73C}"/>
    <dgm:cxn modelId="{144F32A6-F5CA-4F1E-8ED6-F03310856277}" type="presOf" srcId="{02F0F2D2-6A9A-42A4-A040-E76C44E17492}" destId="{F56AD69D-953E-44A9-B2AA-966E1260D78D}" srcOrd="0" destOrd="0" presId="urn:microsoft.com/office/officeart/2018/2/layout/IconVerticalSolidList"/>
    <dgm:cxn modelId="{C4D8B5C9-D2F7-425E-824F-C1C7CC713BAE}" type="presOf" srcId="{77750329-EE54-4684-B5A0-8EC5E1AFFFF1}" destId="{1C075842-216E-4B20-B088-6ECA9FDFC85F}" srcOrd="0" destOrd="0" presId="urn:microsoft.com/office/officeart/2018/2/layout/IconVerticalSolidList"/>
    <dgm:cxn modelId="{374CDFE3-6E91-4FC9-B3C8-0C3971710F8A}" srcId="{77750329-EE54-4684-B5A0-8EC5E1AFFFF1}" destId="{02F0F2D2-6A9A-42A4-A040-E76C44E17492}" srcOrd="0" destOrd="0" parTransId="{F077E0EA-C3F1-45DB-89FF-B0C10B0C85F2}" sibTransId="{28F63A21-4576-4E08-B3DE-251A2F9AA6E5}"/>
    <dgm:cxn modelId="{13C993EA-68DA-4619-8DA4-84088F408FD4}" type="presParOf" srcId="{1C075842-216E-4B20-B088-6ECA9FDFC85F}" destId="{43193943-F2F7-437B-AA14-AD48C6291FED}" srcOrd="0" destOrd="0" presId="urn:microsoft.com/office/officeart/2018/2/layout/IconVerticalSolidList"/>
    <dgm:cxn modelId="{696A52FF-AC65-4DAB-A7E9-2BDE313EEF09}" type="presParOf" srcId="{43193943-F2F7-437B-AA14-AD48C6291FED}" destId="{F286E165-AFBC-442D-8E49-CA53A0876A76}" srcOrd="0" destOrd="0" presId="urn:microsoft.com/office/officeart/2018/2/layout/IconVerticalSolidList"/>
    <dgm:cxn modelId="{1EB9E099-744E-45AF-AF87-68592619598C}" type="presParOf" srcId="{43193943-F2F7-437B-AA14-AD48C6291FED}" destId="{107C3043-86C7-46BA-9B43-720E8922D2CF}" srcOrd="1" destOrd="0" presId="urn:microsoft.com/office/officeart/2018/2/layout/IconVerticalSolidList"/>
    <dgm:cxn modelId="{05900746-C803-4DF8-B5C8-50418EC884B8}" type="presParOf" srcId="{43193943-F2F7-437B-AA14-AD48C6291FED}" destId="{AA4ED7D4-AB25-442C-9988-F0A4B58B405E}" srcOrd="2" destOrd="0" presId="urn:microsoft.com/office/officeart/2018/2/layout/IconVerticalSolidList"/>
    <dgm:cxn modelId="{ADF67098-FDFC-4CE6-858D-C685C908E92E}" type="presParOf" srcId="{43193943-F2F7-437B-AA14-AD48C6291FED}" destId="{F56AD69D-953E-44A9-B2AA-966E1260D78D}" srcOrd="3" destOrd="0" presId="urn:microsoft.com/office/officeart/2018/2/layout/IconVerticalSolidList"/>
    <dgm:cxn modelId="{FA636E06-F15C-4F8F-9E85-37D16D6F16C0}" type="presParOf" srcId="{1C075842-216E-4B20-B088-6ECA9FDFC85F}" destId="{C6B46284-2A34-46B6-8024-09C269C20C10}" srcOrd="1" destOrd="0" presId="urn:microsoft.com/office/officeart/2018/2/layout/IconVerticalSolidList"/>
    <dgm:cxn modelId="{DDDB71DD-C807-406B-827F-745B4E24BA71}" type="presParOf" srcId="{1C075842-216E-4B20-B088-6ECA9FDFC85F}" destId="{1284EE62-27AF-42E9-9A99-46C019F2ECBB}" srcOrd="2" destOrd="0" presId="urn:microsoft.com/office/officeart/2018/2/layout/IconVerticalSolidList"/>
    <dgm:cxn modelId="{687F51D6-CAE6-43E4-A957-00C8195EEA4D}" type="presParOf" srcId="{1284EE62-27AF-42E9-9A99-46C019F2ECBB}" destId="{73EB9AD8-05D0-40B1-A644-D0BE28E0EB3F}" srcOrd="0" destOrd="0" presId="urn:microsoft.com/office/officeart/2018/2/layout/IconVerticalSolidList"/>
    <dgm:cxn modelId="{B52B79F3-787D-4826-949C-2324FCBA7A85}" type="presParOf" srcId="{1284EE62-27AF-42E9-9A99-46C019F2ECBB}" destId="{BD010EB2-F8DA-4ABC-B993-9A2D72770C4B}" srcOrd="1" destOrd="0" presId="urn:microsoft.com/office/officeart/2018/2/layout/IconVerticalSolidList"/>
    <dgm:cxn modelId="{110EDD99-88CB-427B-AA92-5D65AF598BCD}" type="presParOf" srcId="{1284EE62-27AF-42E9-9A99-46C019F2ECBB}" destId="{3CBF6F2C-B28B-4181-AB42-A939EFEDB7F7}" srcOrd="2" destOrd="0" presId="urn:microsoft.com/office/officeart/2018/2/layout/IconVerticalSolidList"/>
    <dgm:cxn modelId="{349483FC-7526-439C-92AD-F9F41FDE59A5}" type="presParOf" srcId="{1284EE62-27AF-42E9-9A99-46C019F2ECBB}" destId="{71183835-19D6-4696-914F-10A756A7C0E5}" srcOrd="3" destOrd="0" presId="urn:microsoft.com/office/officeart/2018/2/layout/IconVerticalSolidList"/>
    <dgm:cxn modelId="{EF8DC36E-F36C-4C23-926D-E9A1284C4A05}" type="presParOf" srcId="{1C075842-216E-4B20-B088-6ECA9FDFC85F}" destId="{2100BBD3-45F9-4213-86FE-C80ACF03BD70}" srcOrd="3" destOrd="0" presId="urn:microsoft.com/office/officeart/2018/2/layout/IconVerticalSolidList"/>
    <dgm:cxn modelId="{C07F87A3-57A9-4834-9B43-9C3F45A0D9C2}" type="presParOf" srcId="{1C075842-216E-4B20-B088-6ECA9FDFC85F}" destId="{0B656910-C539-40D3-8769-9530327488BC}" srcOrd="4" destOrd="0" presId="urn:microsoft.com/office/officeart/2018/2/layout/IconVerticalSolidList"/>
    <dgm:cxn modelId="{99AC4E5F-56A8-4840-8117-08A9C8D62E35}" type="presParOf" srcId="{0B656910-C539-40D3-8769-9530327488BC}" destId="{C429B619-42DB-462C-939D-58F05D3F45A5}" srcOrd="0" destOrd="0" presId="urn:microsoft.com/office/officeart/2018/2/layout/IconVerticalSolidList"/>
    <dgm:cxn modelId="{031115C4-7FB6-4393-A485-1DC76C83DC7D}" type="presParOf" srcId="{0B656910-C539-40D3-8769-9530327488BC}" destId="{B1D0FACC-81A3-420F-AD08-84EBCDD65D87}" srcOrd="1" destOrd="0" presId="urn:microsoft.com/office/officeart/2018/2/layout/IconVerticalSolidList"/>
    <dgm:cxn modelId="{77A64F28-7082-474A-903E-A08225F7DB8C}" type="presParOf" srcId="{0B656910-C539-40D3-8769-9530327488BC}" destId="{C412ED31-1C4F-4911-AE72-8631448C0E9E}" srcOrd="2" destOrd="0" presId="urn:microsoft.com/office/officeart/2018/2/layout/IconVerticalSolidList"/>
    <dgm:cxn modelId="{8DE34197-66E3-4E83-9942-FCC85CB10AE3}" type="presParOf" srcId="{0B656910-C539-40D3-8769-9530327488BC}" destId="{34B0B263-5BF8-4F05-ACAF-C4110B167D89}" srcOrd="3" destOrd="0" presId="urn:microsoft.com/office/officeart/2018/2/layout/IconVerticalSolidList"/>
    <dgm:cxn modelId="{6AC6BDC4-B5F8-43EA-B815-91F8703DE810}" type="presParOf" srcId="{1C075842-216E-4B20-B088-6ECA9FDFC85F}" destId="{DFA19FC6-1B9A-4A46-B882-BCCF7A9D7A3A}" srcOrd="5" destOrd="0" presId="urn:microsoft.com/office/officeart/2018/2/layout/IconVerticalSolidList"/>
    <dgm:cxn modelId="{A7C53EBE-8C0D-4A2A-94D5-5169909824A3}" type="presParOf" srcId="{1C075842-216E-4B20-B088-6ECA9FDFC85F}" destId="{9A58F0C3-1FF8-48C3-82C1-B904CCA10F28}" srcOrd="6" destOrd="0" presId="urn:microsoft.com/office/officeart/2018/2/layout/IconVerticalSolidList"/>
    <dgm:cxn modelId="{A66EB744-D99F-4DB1-9240-2C691D24BC8C}" type="presParOf" srcId="{9A58F0C3-1FF8-48C3-82C1-B904CCA10F28}" destId="{87DDB827-0DDE-4C29-A0FA-30B8C07EFBA7}" srcOrd="0" destOrd="0" presId="urn:microsoft.com/office/officeart/2018/2/layout/IconVerticalSolidList"/>
    <dgm:cxn modelId="{F162E9C0-7467-4330-A6DD-1B8896479354}" type="presParOf" srcId="{9A58F0C3-1FF8-48C3-82C1-B904CCA10F28}" destId="{DF58F6A6-3CAE-492E-9F9C-DAF521BDB9F1}" srcOrd="1" destOrd="0" presId="urn:microsoft.com/office/officeart/2018/2/layout/IconVerticalSolidList"/>
    <dgm:cxn modelId="{6D44B614-A01D-4201-9771-89E3BDC4DF27}" type="presParOf" srcId="{9A58F0C3-1FF8-48C3-82C1-B904CCA10F28}" destId="{BA071A75-8DDA-4BD8-B10B-A5B8764E07BF}" srcOrd="2" destOrd="0" presId="urn:microsoft.com/office/officeart/2018/2/layout/IconVerticalSolidList"/>
    <dgm:cxn modelId="{A940D1A2-9ED3-46F5-9003-6F4DED79BEB9}" type="presParOf" srcId="{9A58F0C3-1FF8-48C3-82C1-B904CCA10F28}" destId="{03C59418-FD47-4C62-AF4C-F3BA947258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64F2757-5ABF-4115-BD29-103B17261DE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C1A1091-0A89-4056-B818-3D679C885A36}">
      <dgm:prSet/>
      <dgm:spPr/>
      <dgm:t>
        <a:bodyPr/>
        <a:lstStyle/>
        <a:p>
          <a:r>
            <a:rPr lang="en-US" dirty="0"/>
            <a:t>Reduced Downtime</a:t>
          </a:r>
        </a:p>
      </dgm:t>
    </dgm:pt>
    <dgm:pt modelId="{1664E22E-D673-4A28-AA16-32D809AA73EE}" type="parTrans" cxnId="{411E1A72-4E7C-499A-A769-E9D4F88F7A6F}">
      <dgm:prSet/>
      <dgm:spPr/>
      <dgm:t>
        <a:bodyPr/>
        <a:lstStyle/>
        <a:p>
          <a:endParaRPr lang="en-US"/>
        </a:p>
      </dgm:t>
    </dgm:pt>
    <dgm:pt modelId="{812BAACB-4C16-46E3-8B36-019CD354CA91}" type="sibTrans" cxnId="{411E1A72-4E7C-499A-A769-E9D4F88F7A6F}">
      <dgm:prSet/>
      <dgm:spPr/>
      <dgm:t>
        <a:bodyPr/>
        <a:lstStyle/>
        <a:p>
          <a:endParaRPr lang="en-US"/>
        </a:p>
      </dgm:t>
    </dgm:pt>
    <dgm:pt modelId="{F321BF21-5A8C-4B2D-8EF7-0AA3215C1040}">
      <dgm:prSet/>
      <dgm:spPr/>
      <dgm:t>
        <a:bodyPr/>
        <a:lstStyle/>
        <a:p>
          <a:r>
            <a:rPr lang="en-US" dirty="0"/>
            <a:t>Lower Support Costs</a:t>
          </a:r>
        </a:p>
      </dgm:t>
    </dgm:pt>
    <dgm:pt modelId="{8D06AB3A-BB0D-406D-8ECB-41B961C125A1}" type="parTrans" cxnId="{CC1E9DDF-0510-454C-BD73-1C396300B858}">
      <dgm:prSet/>
      <dgm:spPr/>
      <dgm:t>
        <a:bodyPr/>
        <a:lstStyle/>
        <a:p>
          <a:endParaRPr lang="en-US"/>
        </a:p>
      </dgm:t>
    </dgm:pt>
    <dgm:pt modelId="{08B66141-9E6E-4FDF-B9AE-C54E47CE2A0F}" type="sibTrans" cxnId="{CC1E9DDF-0510-454C-BD73-1C396300B858}">
      <dgm:prSet/>
      <dgm:spPr/>
      <dgm:t>
        <a:bodyPr/>
        <a:lstStyle/>
        <a:p>
          <a:endParaRPr lang="en-US"/>
        </a:p>
      </dgm:t>
    </dgm:pt>
    <dgm:pt modelId="{3B6D62F6-C74F-49B9-B9EE-EB319C409C21}">
      <dgm:prSet/>
      <dgm:spPr/>
      <dgm:t>
        <a:bodyPr/>
        <a:lstStyle/>
        <a:p>
          <a:r>
            <a:rPr lang="en-US" dirty="0"/>
            <a:t>Proactive Security</a:t>
          </a:r>
        </a:p>
      </dgm:t>
    </dgm:pt>
    <dgm:pt modelId="{A29CD204-092D-444B-BB98-CAE801450BB5}" type="parTrans" cxnId="{3630D7E2-E1DA-42F6-897E-B640AB526939}">
      <dgm:prSet/>
      <dgm:spPr/>
      <dgm:t>
        <a:bodyPr/>
        <a:lstStyle/>
        <a:p>
          <a:endParaRPr lang="en-US"/>
        </a:p>
      </dgm:t>
    </dgm:pt>
    <dgm:pt modelId="{416336C1-5D39-4EE5-B50E-D8CB9F980117}" type="sibTrans" cxnId="{3630D7E2-E1DA-42F6-897E-B640AB526939}">
      <dgm:prSet/>
      <dgm:spPr/>
      <dgm:t>
        <a:bodyPr/>
        <a:lstStyle/>
        <a:p>
          <a:endParaRPr lang="en-US"/>
        </a:p>
      </dgm:t>
    </dgm:pt>
    <dgm:pt modelId="{D0215F99-ADB4-4706-A89A-70B8712172A7}">
      <dgm:prSet/>
      <dgm:spPr/>
      <dgm:t>
        <a:bodyPr/>
        <a:lstStyle/>
        <a:p>
          <a:r>
            <a:rPr lang="en-US" dirty="0"/>
            <a:t>Knowledge Retention</a:t>
          </a:r>
        </a:p>
      </dgm:t>
    </dgm:pt>
    <dgm:pt modelId="{3E499A67-15FD-4542-BCF2-9A5C370F1576}" type="parTrans" cxnId="{34859D02-BCF7-434D-9ACB-971CE3CA856B}">
      <dgm:prSet/>
      <dgm:spPr/>
      <dgm:t>
        <a:bodyPr/>
        <a:lstStyle/>
        <a:p>
          <a:endParaRPr lang="en-US"/>
        </a:p>
      </dgm:t>
    </dgm:pt>
    <dgm:pt modelId="{B5751CB7-294C-4544-950A-CD40A1150A90}" type="sibTrans" cxnId="{34859D02-BCF7-434D-9ACB-971CE3CA856B}">
      <dgm:prSet/>
      <dgm:spPr/>
      <dgm:t>
        <a:bodyPr/>
        <a:lstStyle/>
        <a:p>
          <a:endParaRPr lang="en-US"/>
        </a:p>
      </dgm:t>
    </dgm:pt>
    <dgm:pt modelId="{CB8E000C-ACEC-4FFE-9B4E-F11D9BBF6078}" type="pres">
      <dgm:prSet presAssocID="{D64F2757-5ABF-4115-BD29-103B17261DED}" presName="linear" presStyleCnt="0">
        <dgm:presLayoutVars>
          <dgm:animLvl val="lvl"/>
          <dgm:resizeHandles val="exact"/>
        </dgm:presLayoutVars>
      </dgm:prSet>
      <dgm:spPr/>
    </dgm:pt>
    <dgm:pt modelId="{FA445440-A29D-489C-9199-B7D064C556C6}" type="pres">
      <dgm:prSet presAssocID="{9C1A1091-0A89-4056-B818-3D679C885A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6D2567-69EA-4438-A025-A4B26E37C7DD}" type="pres">
      <dgm:prSet presAssocID="{812BAACB-4C16-46E3-8B36-019CD354CA91}" presName="spacer" presStyleCnt="0"/>
      <dgm:spPr/>
    </dgm:pt>
    <dgm:pt modelId="{408C79C2-C0CE-4EC2-B192-5E4FD4BB6EF6}" type="pres">
      <dgm:prSet presAssocID="{F321BF21-5A8C-4B2D-8EF7-0AA3215C104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E235C28-95BD-4375-9341-E0D39259EECD}" type="pres">
      <dgm:prSet presAssocID="{08B66141-9E6E-4FDF-B9AE-C54E47CE2A0F}" presName="spacer" presStyleCnt="0"/>
      <dgm:spPr/>
    </dgm:pt>
    <dgm:pt modelId="{F7814B85-EA73-4D5F-9793-D1A0E2445051}" type="pres">
      <dgm:prSet presAssocID="{3B6D62F6-C74F-49B9-B9EE-EB319C409C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902978-99E2-4291-BBC5-F959C5A3D1C9}" type="pres">
      <dgm:prSet presAssocID="{416336C1-5D39-4EE5-B50E-D8CB9F980117}" presName="spacer" presStyleCnt="0"/>
      <dgm:spPr/>
    </dgm:pt>
    <dgm:pt modelId="{B05654A8-1A6D-4C8E-A42F-233B6D1AC2EC}" type="pres">
      <dgm:prSet presAssocID="{D0215F99-ADB4-4706-A89A-70B8712172A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4859D02-BCF7-434D-9ACB-971CE3CA856B}" srcId="{D64F2757-5ABF-4115-BD29-103B17261DED}" destId="{D0215F99-ADB4-4706-A89A-70B8712172A7}" srcOrd="3" destOrd="0" parTransId="{3E499A67-15FD-4542-BCF2-9A5C370F1576}" sibTransId="{B5751CB7-294C-4544-950A-CD40A1150A90}"/>
    <dgm:cxn modelId="{14134846-91C6-4818-B7E0-78AA10D7C9B8}" type="presOf" srcId="{F321BF21-5A8C-4B2D-8EF7-0AA3215C1040}" destId="{408C79C2-C0CE-4EC2-B192-5E4FD4BB6EF6}" srcOrd="0" destOrd="0" presId="urn:microsoft.com/office/officeart/2005/8/layout/vList2"/>
    <dgm:cxn modelId="{E2D2D36B-9C54-4791-AC8F-F68948530CA4}" type="presOf" srcId="{D64F2757-5ABF-4115-BD29-103B17261DED}" destId="{CB8E000C-ACEC-4FFE-9B4E-F11D9BBF6078}" srcOrd="0" destOrd="0" presId="urn:microsoft.com/office/officeart/2005/8/layout/vList2"/>
    <dgm:cxn modelId="{411E1A72-4E7C-499A-A769-E9D4F88F7A6F}" srcId="{D64F2757-5ABF-4115-BD29-103B17261DED}" destId="{9C1A1091-0A89-4056-B818-3D679C885A36}" srcOrd="0" destOrd="0" parTransId="{1664E22E-D673-4A28-AA16-32D809AA73EE}" sibTransId="{812BAACB-4C16-46E3-8B36-019CD354CA91}"/>
    <dgm:cxn modelId="{A4D12678-DFFD-4835-8EFE-EA73FB8021DE}" type="presOf" srcId="{9C1A1091-0A89-4056-B818-3D679C885A36}" destId="{FA445440-A29D-489C-9199-B7D064C556C6}" srcOrd="0" destOrd="0" presId="urn:microsoft.com/office/officeart/2005/8/layout/vList2"/>
    <dgm:cxn modelId="{BEDD74BF-858A-453C-BFEB-ECBE450C4407}" type="presOf" srcId="{3B6D62F6-C74F-49B9-B9EE-EB319C409C21}" destId="{F7814B85-EA73-4D5F-9793-D1A0E2445051}" srcOrd="0" destOrd="0" presId="urn:microsoft.com/office/officeart/2005/8/layout/vList2"/>
    <dgm:cxn modelId="{E7E765C2-4D9C-4384-97E4-E2FCD73D5F40}" type="presOf" srcId="{D0215F99-ADB4-4706-A89A-70B8712172A7}" destId="{B05654A8-1A6D-4C8E-A42F-233B6D1AC2EC}" srcOrd="0" destOrd="0" presId="urn:microsoft.com/office/officeart/2005/8/layout/vList2"/>
    <dgm:cxn modelId="{CC1E9DDF-0510-454C-BD73-1C396300B858}" srcId="{D64F2757-5ABF-4115-BD29-103B17261DED}" destId="{F321BF21-5A8C-4B2D-8EF7-0AA3215C1040}" srcOrd="1" destOrd="0" parTransId="{8D06AB3A-BB0D-406D-8ECB-41B961C125A1}" sibTransId="{08B66141-9E6E-4FDF-B9AE-C54E47CE2A0F}"/>
    <dgm:cxn modelId="{3630D7E2-E1DA-42F6-897E-B640AB526939}" srcId="{D64F2757-5ABF-4115-BD29-103B17261DED}" destId="{3B6D62F6-C74F-49B9-B9EE-EB319C409C21}" srcOrd="2" destOrd="0" parTransId="{A29CD204-092D-444B-BB98-CAE801450BB5}" sibTransId="{416336C1-5D39-4EE5-B50E-D8CB9F980117}"/>
    <dgm:cxn modelId="{E9581175-F751-45E4-A9DE-3F677AFF856A}" type="presParOf" srcId="{CB8E000C-ACEC-4FFE-9B4E-F11D9BBF6078}" destId="{FA445440-A29D-489C-9199-B7D064C556C6}" srcOrd="0" destOrd="0" presId="urn:microsoft.com/office/officeart/2005/8/layout/vList2"/>
    <dgm:cxn modelId="{AA0C3168-18FD-4038-AD3E-84E03BD5B07B}" type="presParOf" srcId="{CB8E000C-ACEC-4FFE-9B4E-F11D9BBF6078}" destId="{026D2567-69EA-4438-A025-A4B26E37C7DD}" srcOrd="1" destOrd="0" presId="urn:microsoft.com/office/officeart/2005/8/layout/vList2"/>
    <dgm:cxn modelId="{5981CFD6-F6B2-42E6-A79C-7E6FCA416C57}" type="presParOf" srcId="{CB8E000C-ACEC-4FFE-9B4E-F11D9BBF6078}" destId="{408C79C2-C0CE-4EC2-B192-5E4FD4BB6EF6}" srcOrd="2" destOrd="0" presId="urn:microsoft.com/office/officeart/2005/8/layout/vList2"/>
    <dgm:cxn modelId="{DF3B7F34-4F92-4EB6-AE19-1C4AB0358B81}" type="presParOf" srcId="{CB8E000C-ACEC-4FFE-9B4E-F11D9BBF6078}" destId="{1E235C28-95BD-4375-9341-E0D39259EECD}" srcOrd="3" destOrd="0" presId="urn:microsoft.com/office/officeart/2005/8/layout/vList2"/>
    <dgm:cxn modelId="{88F4BD6F-03C1-4725-BF4E-69BA8450D51E}" type="presParOf" srcId="{CB8E000C-ACEC-4FFE-9B4E-F11D9BBF6078}" destId="{F7814B85-EA73-4D5F-9793-D1A0E2445051}" srcOrd="4" destOrd="0" presId="urn:microsoft.com/office/officeart/2005/8/layout/vList2"/>
    <dgm:cxn modelId="{55C4E35F-AE53-4A29-B091-F311BFDE86FB}" type="presParOf" srcId="{CB8E000C-ACEC-4FFE-9B4E-F11D9BBF6078}" destId="{4B902978-99E2-4291-BBC5-F959C5A3D1C9}" srcOrd="5" destOrd="0" presId="urn:microsoft.com/office/officeart/2005/8/layout/vList2"/>
    <dgm:cxn modelId="{2CDFC86E-996F-47B2-8C7B-CB9F21539B69}" type="presParOf" srcId="{CB8E000C-ACEC-4FFE-9B4E-F11D9BBF6078}" destId="{B05654A8-1A6D-4C8E-A42F-233B6D1AC2E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87373B2-80CF-4D9B-8C15-1262B6AC5A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EBD85C-C4C6-4A2C-970F-D9BE14574C29}">
      <dgm:prSet/>
      <dgm:spPr/>
      <dgm:t>
        <a:bodyPr/>
        <a:lstStyle/>
        <a:p>
          <a:r>
            <a:rPr lang="en-US"/>
            <a:t>Read-Only Access</a:t>
          </a:r>
        </a:p>
      </dgm:t>
    </dgm:pt>
    <dgm:pt modelId="{F13400C9-5334-4F94-BE60-FD76EA3B4D9F}" type="parTrans" cxnId="{140A4B6D-8331-456E-8428-67B3EDF201EF}">
      <dgm:prSet/>
      <dgm:spPr/>
      <dgm:t>
        <a:bodyPr/>
        <a:lstStyle/>
        <a:p>
          <a:endParaRPr lang="en-US"/>
        </a:p>
      </dgm:t>
    </dgm:pt>
    <dgm:pt modelId="{AC4BF7A4-A44A-42DD-9443-41B1D96421F4}" type="sibTrans" cxnId="{140A4B6D-8331-456E-8428-67B3EDF201EF}">
      <dgm:prSet/>
      <dgm:spPr/>
      <dgm:t>
        <a:bodyPr/>
        <a:lstStyle/>
        <a:p>
          <a:endParaRPr lang="en-US"/>
        </a:p>
      </dgm:t>
    </dgm:pt>
    <dgm:pt modelId="{6FA2FD87-22BC-4594-90A8-0E5312DDF82A}">
      <dgm:prSet/>
      <dgm:spPr/>
      <dgm:t>
        <a:bodyPr/>
        <a:lstStyle/>
        <a:p>
          <a:r>
            <a:rPr lang="en-US"/>
            <a:t>Air-Gapped Ready</a:t>
          </a:r>
        </a:p>
      </dgm:t>
    </dgm:pt>
    <dgm:pt modelId="{CEA7CCBD-F9AB-4D3B-B3CA-EE0238C2C95B}" type="parTrans" cxnId="{195621C7-3E0A-40CE-83E5-0B304443125E}">
      <dgm:prSet/>
      <dgm:spPr/>
      <dgm:t>
        <a:bodyPr/>
        <a:lstStyle/>
        <a:p>
          <a:endParaRPr lang="en-US"/>
        </a:p>
      </dgm:t>
    </dgm:pt>
    <dgm:pt modelId="{4D8AA57A-D5F8-4441-B35F-A28580D911F1}" type="sibTrans" cxnId="{195621C7-3E0A-40CE-83E5-0B304443125E}">
      <dgm:prSet/>
      <dgm:spPr/>
      <dgm:t>
        <a:bodyPr/>
        <a:lstStyle/>
        <a:p>
          <a:endParaRPr lang="en-US"/>
        </a:p>
      </dgm:t>
    </dgm:pt>
    <dgm:pt modelId="{5232C948-320D-4E8F-B888-174568607CF0}">
      <dgm:prSet/>
      <dgm:spPr/>
      <dgm:t>
        <a:bodyPr/>
        <a:lstStyle/>
        <a:p>
          <a:r>
            <a:rPr lang="en-US"/>
            <a:t>Standard Stack (Node.js, React)</a:t>
          </a:r>
        </a:p>
      </dgm:t>
    </dgm:pt>
    <dgm:pt modelId="{23344DE5-7786-411F-B255-3D02C2BC8117}" type="parTrans" cxnId="{534ADD33-A37C-4127-883A-3FE3A122C66F}">
      <dgm:prSet/>
      <dgm:spPr/>
      <dgm:t>
        <a:bodyPr/>
        <a:lstStyle/>
        <a:p>
          <a:endParaRPr lang="en-US"/>
        </a:p>
      </dgm:t>
    </dgm:pt>
    <dgm:pt modelId="{20F58F6E-D75C-4133-9F61-872ECC0D78DF}" type="sibTrans" cxnId="{534ADD33-A37C-4127-883A-3FE3A122C66F}">
      <dgm:prSet/>
      <dgm:spPr/>
      <dgm:t>
        <a:bodyPr/>
        <a:lstStyle/>
        <a:p>
          <a:endParaRPr lang="en-US"/>
        </a:p>
      </dgm:t>
    </dgm:pt>
    <dgm:pt modelId="{1E49DD6B-443E-4D4C-9D33-5AD56B4A1935}" type="pres">
      <dgm:prSet presAssocID="{A87373B2-80CF-4D9B-8C15-1262B6AC5AD3}" presName="root" presStyleCnt="0">
        <dgm:presLayoutVars>
          <dgm:dir/>
          <dgm:resizeHandles val="exact"/>
        </dgm:presLayoutVars>
      </dgm:prSet>
      <dgm:spPr/>
    </dgm:pt>
    <dgm:pt modelId="{F7368D2A-6F3F-499C-A9F3-166F5AEB5B80}" type="pres">
      <dgm:prSet presAssocID="{1BEBD85C-C4C6-4A2C-970F-D9BE14574C29}" presName="compNode" presStyleCnt="0"/>
      <dgm:spPr/>
    </dgm:pt>
    <dgm:pt modelId="{66C707C8-4745-4BCB-B79F-0F523133B718}" type="pres">
      <dgm:prSet presAssocID="{1BEBD85C-C4C6-4A2C-970F-D9BE14574C29}" presName="bgRect" presStyleLbl="bgShp" presStyleIdx="0" presStyleCnt="3"/>
      <dgm:spPr/>
    </dgm:pt>
    <dgm:pt modelId="{2BEADF4F-621E-475F-A405-24C7EF62F2B0}" type="pres">
      <dgm:prSet presAssocID="{1BEBD85C-C4C6-4A2C-970F-D9BE14574C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EA7C60B9-D0F8-4CE3-A2E5-D66768404123}" type="pres">
      <dgm:prSet presAssocID="{1BEBD85C-C4C6-4A2C-970F-D9BE14574C29}" presName="spaceRect" presStyleCnt="0"/>
      <dgm:spPr/>
    </dgm:pt>
    <dgm:pt modelId="{1F7B3582-C05E-42A9-88F7-C04C896A409B}" type="pres">
      <dgm:prSet presAssocID="{1BEBD85C-C4C6-4A2C-970F-D9BE14574C29}" presName="parTx" presStyleLbl="revTx" presStyleIdx="0" presStyleCnt="3">
        <dgm:presLayoutVars>
          <dgm:chMax val="0"/>
          <dgm:chPref val="0"/>
        </dgm:presLayoutVars>
      </dgm:prSet>
      <dgm:spPr/>
    </dgm:pt>
    <dgm:pt modelId="{F4EBDCB7-4965-4D40-BD60-DD6C6320D71A}" type="pres">
      <dgm:prSet presAssocID="{AC4BF7A4-A44A-42DD-9443-41B1D96421F4}" presName="sibTrans" presStyleCnt="0"/>
      <dgm:spPr/>
    </dgm:pt>
    <dgm:pt modelId="{C449BFE3-CFCA-47A7-B9B9-132EDDCAEC9D}" type="pres">
      <dgm:prSet presAssocID="{6FA2FD87-22BC-4594-90A8-0E5312DDF82A}" presName="compNode" presStyleCnt="0"/>
      <dgm:spPr/>
    </dgm:pt>
    <dgm:pt modelId="{F55D30AA-8C48-4A64-9018-7BB973BA073D}" type="pres">
      <dgm:prSet presAssocID="{6FA2FD87-22BC-4594-90A8-0E5312DDF82A}" presName="bgRect" presStyleLbl="bgShp" presStyleIdx="1" presStyleCnt="3"/>
      <dgm:spPr/>
    </dgm:pt>
    <dgm:pt modelId="{71ED9DF8-46B9-4F38-8854-A6C35BD40A58}" type="pres">
      <dgm:prSet presAssocID="{6FA2FD87-22BC-4594-90A8-0E5312DDF8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50BEE326-BE34-433E-B66D-56F9F00131ED}" type="pres">
      <dgm:prSet presAssocID="{6FA2FD87-22BC-4594-90A8-0E5312DDF82A}" presName="spaceRect" presStyleCnt="0"/>
      <dgm:spPr/>
    </dgm:pt>
    <dgm:pt modelId="{9EDF61FF-E745-42E5-85F0-E913040D253E}" type="pres">
      <dgm:prSet presAssocID="{6FA2FD87-22BC-4594-90A8-0E5312DDF82A}" presName="parTx" presStyleLbl="revTx" presStyleIdx="1" presStyleCnt="3">
        <dgm:presLayoutVars>
          <dgm:chMax val="0"/>
          <dgm:chPref val="0"/>
        </dgm:presLayoutVars>
      </dgm:prSet>
      <dgm:spPr/>
    </dgm:pt>
    <dgm:pt modelId="{52739E25-813F-4DB9-98F1-5B87FCA4CAEC}" type="pres">
      <dgm:prSet presAssocID="{4D8AA57A-D5F8-4441-B35F-A28580D911F1}" presName="sibTrans" presStyleCnt="0"/>
      <dgm:spPr/>
    </dgm:pt>
    <dgm:pt modelId="{3B7D4BFE-FCE7-479C-8482-3F35383DC6D4}" type="pres">
      <dgm:prSet presAssocID="{5232C948-320D-4E8F-B888-174568607CF0}" presName="compNode" presStyleCnt="0"/>
      <dgm:spPr/>
    </dgm:pt>
    <dgm:pt modelId="{C4201566-CC63-49A7-ADA3-3BC3F7666A59}" type="pres">
      <dgm:prSet presAssocID="{5232C948-320D-4E8F-B888-174568607CF0}" presName="bgRect" presStyleLbl="bgShp" presStyleIdx="2" presStyleCnt="3"/>
      <dgm:spPr/>
    </dgm:pt>
    <dgm:pt modelId="{7F7241CB-0C4A-4E6A-B53E-10B3BFCBBBFF}" type="pres">
      <dgm:prSet presAssocID="{5232C948-320D-4E8F-B888-174568607CF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FDD0F8B6-1AB9-4C05-97C9-AB173B6D635E}" type="pres">
      <dgm:prSet presAssocID="{5232C948-320D-4E8F-B888-174568607CF0}" presName="spaceRect" presStyleCnt="0"/>
      <dgm:spPr/>
    </dgm:pt>
    <dgm:pt modelId="{CF37F377-2F15-45A3-ACE0-021E519B4773}" type="pres">
      <dgm:prSet presAssocID="{5232C948-320D-4E8F-B888-174568607CF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34ADD33-A37C-4127-883A-3FE3A122C66F}" srcId="{A87373B2-80CF-4D9B-8C15-1262B6AC5AD3}" destId="{5232C948-320D-4E8F-B888-174568607CF0}" srcOrd="2" destOrd="0" parTransId="{23344DE5-7786-411F-B255-3D02C2BC8117}" sibTransId="{20F58F6E-D75C-4133-9F61-872ECC0D78DF}"/>
    <dgm:cxn modelId="{300BAC61-6AC6-488A-970D-BFF005EE93B2}" type="presOf" srcId="{5232C948-320D-4E8F-B888-174568607CF0}" destId="{CF37F377-2F15-45A3-ACE0-021E519B4773}" srcOrd="0" destOrd="0" presId="urn:microsoft.com/office/officeart/2018/2/layout/IconVerticalSolidList"/>
    <dgm:cxn modelId="{140A4B6D-8331-456E-8428-67B3EDF201EF}" srcId="{A87373B2-80CF-4D9B-8C15-1262B6AC5AD3}" destId="{1BEBD85C-C4C6-4A2C-970F-D9BE14574C29}" srcOrd="0" destOrd="0" parTransId="{F13400C9-5334-4F94-BE60-FD76EA3B4D9F}" sibTransId="{AC4BF7A4-A44A-42DD-9443-41B1D96421F4}"/>
    <dgm:cxn modelId="{04F05CAA-1CCE-4DAA-B190-5A2CB5C43109}" type="presOf" srcId="{6FA2FD87-22BC-4594-90A8-0E5312DDF82A}" destId="{9EDF61FF-E745-42E5-85F0-E913040D253E}" srcOrd="0" destOrd="0" presId="urn:microsoft.com/office/officeart/2018/2/layout/IconVerticalSolidList"/>
    <dgm:cxn modelId="{195621C7-3E0A-40CE-83E5-0B304443125E}" srcId="{A87373B2-80CF-4D9B-8C15-1262B6AC5AD3}" destId="{6FA2FD87-22BC-4594-90A8-0E5312DDF82A}" srcOrd="1" destOrd="0" parTransId="{CEA7CCBD-F9AB-4D3B-B3CA-EE0238C2C95B}" sibTransId="{4D8AA57A-D5F8-4441-B35F-A28580D911F1}"/>
    <dgm:cxn modelId="{F26623DD-D3BA-4DD3-AB6B-E513128AB550}" type="presOf" srcId="{A87373B2-80CF-4D9B-8C15-1262B6AC5AD3}" destId="{1E49DD6B-443E-4D4C-9D33-5AD56B4A1935}" srcOrd="0" destOrd="0" presId="urn:microsoft.com/office/officeart/2018/2/layout/IconVerticalSolidList"/>
    <dgm:cxn modelId="{1D0C7EDE-6EE0-4E1B-BE34-440D70EA7577}" type="presOf" srcId="{1BEBD85C-C4C6-4A2C-970F-D9BE14574C29}" destId="{1F7B3582-C05E-42A9-88F7-C04C896A409B}" srcOrd="0" destOrd="0" presId="urn:microsoft.com/office/officeart/2018/2/layout/IconVerticalSolidList"/>
    <dgm:cxn modelId="{D12C3576-D52A-4800-869B-2EA2BADE0527}" type="presParOf" srcId="{1E49DD6B-443E-4D4C-9D33-5AD56B4A1935}" destId="{F7368D2A-6F3F-499C-A9F3-166F5AEB5B80}" srcOrd="0" destOrd="0" presId="urn:microsoft.com/office/officeart/2018/2/layout/IconVerticalSolidList"/>
    <dgm:cxn modelId="{925E63BC-82F2-48F9-8F18-3C1D1EFDDF37}" type="presParOf" srcId="{F7368D2A-6F3F-499C-A9F3-166F5AEB5B80}" destId="{66C707C8-4745-4BCB-B79F-0F523133B718}" srcOrd="0" destOrd="0" presId="urn:microsoft.com/office/officeart/2018/2/layout/IconVerticalSolidList"/>
    <dgm:cxn modelId="{01C78535-8649-4C00-9795-45771DBEAB7C}" type="presParOf" srcId="{F7368D2A-6F3F-499C-A9F3-166F5AEB5B80}" destId="{2BEADF4F-621E-475F-A405-24C7EF62F2B0}" srcOrd="1" destOrd="0" presId="urn:microsoft.com/office/officeart/2018/2/layout/IconVerticalSolidList"/>
    <dgm:cxn modelId="{0C1AAE57-B6EB-49B0-8071-DFF27864C7E0}" type="presParOf" srcId="{F7368D2A-6F3F-499C-A9F3-166F5AEB5B80}" destId="{EA7C60B9-D0F8-4CE3-A2E5-D66768404123}" srcOrd="2" destOrd="0" presId="urn:microsoft.com/office/officeart/2018/2/layout/IconVerticalSolidList"/>
    <dgm:cxn modelId="{2EC8A033-72DF-405D-9A48-4C616746AB7D}" type="presParOf" srcId="{F7368D2A-6F3F-499C-A9F3-166F5AEB5B80}" destId="{1F7B3582-C05E-42A9-88F7-C04C896A409B}" srcOrd="3" destOrd="0" presId="urn:microsoft.com/office/officeart/2018/2/layout/IconVerticalSolidList"/>
    <dgm:cxn modelId="{FE2DBB67-6746-4267-820C-B1E61C4CD547}" type="presParOf" srcId="{1E49DD6B-443E-4D4C-9D33-5AD56B4A1935}" destId="{F4EBDCB7-4965-4D40-BD60-DD6C6320D71A}" srcOrd="1" destOrd="0" presId="urn:microsoft.com/office/officeart/2018/2/layout/IconVerticalSolidList"/>
    <dgm:cxn modelId="{5E8D7BBB-BA5F-4D61-BADE-28A09AB60976}" type="presParOf" srcId="{1E49DD6B-443E-4D4C-9D33-5AD56B4A1935}" destId="{C449BFE3-CFCA-47A7-B9B9-132EDDCAEC9D}" srcOrd="2" destOrd="0" presId="urn:microsoft.com/office/officeart/2018/2/layout/IconVerticalSolidList"/>
    <dgm:cxn modelId="{1F9DD60E-120E-44E4-B7A9-DE2DF041DAFC}" type="presParOf" srcId="{C449BFE3-CFCA-47A7-B9B9-132EDDCAEC9D}" destId="{F55D30AA-8C48-4A64-9018-7BB973BA073D}" srcOrd="0" destOrd="0" presId="urn:microsoft.com/office/officeart/2018/2/layout/IconVerticalSolidList"/>
    <dgm:cxn modelId="{C117AF38-61C4-4252-8763-B3B49F9B8B44}" type="presParOf" srcId="{C449BFE3-CFCA-47A7-B9B9-132EDDCAEC9D}" destId="{71ED9DF8-46B9-4F38-8854-A6C35BD40A58}" srcOrd="1" destOrd="0" presId="urn:microsoft.com/office/officeart/2018/2/layout/IconVerticalSolidList"/>
    <dgm:cxn modelId="{393006C2-7BBC-42CB-AE1E-066BFC252A16}" type="presParOf" srcId="{C449BFE3-CFCA-47A7-B9B9-132EDDCAEC9D}" destId="{50BEE326-BE34-433E-B66D-56F9F00131ED}" srcOrd="2" destOrd="0" presId="urn:microsoft.com/office/officeart/2018/2/layout/IconVerticalSolidList"/>
    <dgm:cxn modelId="{AC646350-4F1B-4411-99F1-359F72846FBD}" type="presParOf" srcId="{C449BFE3-CFCA-47A7-B9B9-132EDDCAEC9D}" destId="{9EDF61FF-E745-42E5-85F0-E913040D253E}" srcOrd="3" destOrd="0" presId="urn:microsoft.com/office/officeart/2018/2/layout/IconVerticalSolidList"/>
    <dgm:cxn modelId="{B7683111-5DA9-4FED-AF0C-3F05F1560500}" type="presParOf" srcId="{1E49DD6B-443E-4D4C-9D33-5AD56B4A1935}" destId="{52739E25-813F-4DB9-98F1-5B87FCA4CAEC}" srcOrd="3" destOrd="0" presId="urn:microsoft.com/office/officeart/2018/2/layout/IconVerticalSolidList"/>
    <dgm:cxn modelId="{0CE02999-155F-48C5-9B49-F25A865BA38F}" type="presParOf" srcId="{1E49DD6B-443E-4D4C-9D33-5AD56B4A1935}" destId="{3B7D4BFE-FCE7-479C-8482-3F35383DC6D4}" srcOrd="4" destOrd="0" presId="urn:microsoft.com/office/officeart/2018/2/layout/IconVerticalSolidList"/>
    <dgm:cxn modelId="{BA26ADF1-42E9-4DC8-872B-14FF21B2E915}" type="presParOf" srcId="{3B7D4BFE-FCE7-479C-8482-3F35383DC6D4}" destId="{C4201566-CC63-49A7-ADA3-3BC3F7666A59}" srcOrd="0" destOrd="0" presId="urn:microsoft.com/office/officeart/2018/2/layout/IconVerticalSolidList"/>
    <dgm:cxn modelId="{BA004449-4513-4E67-982B-519E41F81376}" type="presParOf" srcId="{3B7D4BFE-FCE7-479C-8482-3F35383DC6D4}" destId="{7F7241CB-0C4A-4E6A-B53E-10B3BFCBBBFF}" srcOrd="1" destOrd="0" presId="urn:microsoft.com/office/officeart/2018/2/layout/IconVerticalSolidList"/>
    <dgm:cxn modelId="{F23DBDD1-8CAA-4160-9C54-2A2438B2371D}" type="presParOf" srcId="{3B7D4BFE-FCE7-479C-8482-3F35383DC6D4}" destId="{FDD0F8B6-1AB9-4C05-97C9-AB173B6D635E}" srcOrd="2" destOrd="0" presId="urn:microsoft.com/office/officeart/2018/2/layout/IconVerticalSolidList"/>
    <dgm:cxn modelId="{D82749CD-CCA8-484D-B249-F19B46731BBE}" type="presParOf" srcId="{3B7D4BFE-FCE7-479C-8482-3F35383DC6D4}" destId="{CF37F377-2F15-45A3-ACE0-021E519B47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F152235-455E-4E8B-A6F3-C077ED932B9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6EAF949-519D-46B2-A042-ECD4446FA3A2}">
      <dgm:prSet/>
      <dgm:spPr/>
      <dgm:t>
        <a:bodyPr/>
        <a:lstStyle/>
        <a:p>
          <a:r>
            <a:rPr lang="en-US" dirty="0"/>
            <a:t>Configuration Tab</a:t>
          </a:r>
        </a:p>
      </dgm:t>
    </dgm:pt>
    <dgm:pt modelId="{1D2E3F7C-2F9E-4BB3-8687-0049452234D8}" type="parTrans" cxnId="{6CDEDC2A-A5B8-4ECA-8ED4-09B5B544245D}">
      <dgm:prSet/>
      <dgm:spPr/>
      <dgm:t>
        <a:bodyPr/>
        <a:lstStyle/>
        <a:p>
          <a:endParaRPr lang="en-US"/>
        </a:p>
      </dgm:t>
    </dgm:pt>
    <dgm:pt modelId="{8A5B96E6-AFFB-4025-A1C2-729065002F5C}" type="sibTrans" cxnId="{6CDEDC2A-A5B8-4ECA-8ED4-09B5B544245D}">
      <dgm:prSet/>
      <dgm:spPr/>
      <dgm:t>
        <a:bodyPr/>
        <a:lstStyle/>
        <a:p>
          <a:endParaRPr lang="en-US"/>
        </a:p>
      </dgm:t>
    </dgm:pt>
    <dgm:pt modelId="{88FF6ADA-2E5A-4AA2-8986-1B19AA652601}">
      <dgm:prSet/>
      <dgm:spPr/>
      <dgm:t>
        <a:bodyPr/>
        <a:lstStyle/>
        <a:p>
          <a:r>
            <a:rPr lang="en-US" dirty="0"/>
            <a:t>Connectivity Tab</a:t>
          </a:r>
        </a:p>
      </dgm:t>
    </dgm:pt>
    <dgm:pt modelId="{FE671827-0865-4CDB-BD01-25D2A3321D9C}" type="parTrans" cxnId="{4243C5AE-70E5-4F19-88F1-2F392C39EADA}">
      <dgm:prSet/>
      <dgm:spPr/>
      <dgm:t>
        <a:bodyPr/>
        <a:lstStyle/>
        <a:p>
          <a:endParaRPr lang="en-US"/>
        </a:p>
      </dgm:t>
    </dgm:pt>
    <dgm:pt modelId="{7818ED42-82E7-4217-92B3-80DEC85ADE88}" type="sibTrans" cxnId="{4243C5AE-70E5-4F19-88F1-2F392C39EADA}">
      <dgm:prSet/>
      <dgm:spPr/>
      <dgm:t>
        <a:bodyPr/>
        <a:lstStyle/>
        <a:p>
          <a:endParaRPr lang="en-US"/>
        </a:p>
      </dgm:t>
    </dgm:pt>
    <dgm:pt modelId="{A80AF387-8DB1-4452-A5A5-2D332FFE35FA}">
      <dgm:prSet/>
      <dgm:spPr/>
      <dgm:t>
        <a:bodyPr/>
        <a:lstStyle/>
        <a:p>
          <a:r>
            <a:rPr lang="en-US" dirty="0"/>
            <a:t>Chat Interface</a:t>
          </a:r>
        </a:p>
      </dgm:t>
    </dgm:pt>
    <dgm:pt modelId="{B23FEB73-860A-49B5-9A8D-7742034A7A76}" type="parTrans" cxnId="{AC192750-77C9-4E15-B6C6-C6A7A15ECFC2}">
      <dgm:prSet/>
      <dgm:spPr/>
      <dgm:t>
        <a:bodyPr/>
        <a:lstStyle/>
        <a:p>
          <a:endParaRPr lang="en-US"/>
        </a:p>
      </dgm:t>
    </dgm:pt>
    <dgm:pt modelId="{995411F2-6D3C-48CC-A906-2866F9EAA317}" type="sibTrans" cxnId="{AC192750-77C9-4E15-B6C6-C6A7A15ECFC2}">
      <dgm:prSet/>
      <dgm:spPr/>
      <dgm:t>
        <a:bodyPr/>
        <a:lstStyle/>
        <a:p>
          <a:endParaRPr lang="en-US"/>
        </a:p>
      </dgm:t>
    </dgm:pt>
    <dgm:pt modelId="{E71073DA-B3C1-4B09-935C-16E1A1F8AF4C}">
      <dgm:prSet/>
      <dgm:spPr/>
      <dgm:t>
        <a:bodyPr/>
        <a:lstStyle/>
        <a:p>
          <a:r>
            <a:rPr lang="en-US" dirty="0"/>
            <a:t>Knowledge base</a:t>
          </a:r>
        </a:p>
      </dgm:t>
    </dgm:pt>
    <dgm:pt modelId="{165AFC86-585E-4B04-A3F1-C77C7ABB1B4E}" type="parTrans" cxnId="{F6854AB9-3D53-402A-B86E-6B8C5EB51A80}">
      <dgm:prSet/>
      <dgm:spPr/>
      <dgm:t>
        <a:bodyPr/>
        <a:lstStyle/>
        <a:p>
          <a:endParaRPr lang="en-US"/>
        </a:p>
      </dgm:t>
    </dgm:pt>
    <dgm:pt modelId="{12390194-5E82-4508-A190-0E92667E7946}" type="sibTrans" cxnId="{F6854AB9-3D53-402A-B86E-6B8C5EB51A80}">
      <dgm:prSet/>
      <dgm:spPr/>
      <dgm:t>
        <a:bodyPr/>
        <a:lstStyle/>
        <a:p>
          <a:endParaRPr lang="en-US"/>
        </a:p>
      </dgm:t>
    </dgm:pt>
    <dgm:pt modelId="{ADB26681-8824-485A-8875-C008098FFAA7}" type="pres">
      <dgm:prSet presAssocID="{0F152235-455E-4E8B-A6F3-C077ED932B98}" presName="linear" presStyleCnt="0">
        <dgm:presLayoutVars>
          <dgm:animLvl val="lvl"/>
          <dgm:resizeHandles val="exact"/>
        </dgm:presLayoutVars>
      </dgm:prSet>
      <dgm:spPr/>
    </dgm:pt>
    <dgm:pt modelId="{5B927662-AC29-424D-A864-33C575D401E5}" type="pres">
      <dgm:prSet presAssocID="{A80AF387-8DB1-4452-A5A5-2D332FFE35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3C218B-5251-42DF-9336-2F3990CAE485}" type="pres">
      <dgm:prSet presAssocID="{995411F2-6D3C-48CC-A906-2866F9EAA317}" presName="spacer" presStyleCnt="0"/>
      <dgm:spPr/>
    </dgm:pt>
    <dgm:pt modelId="{DB7911BB-6F3A-484D-9528-6EDD4EE6DD63}" type="pres">
      <dgm:prSet presAssocID="{E71073DA-B3C1-4B09-935C-16E1A1F8AF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AD82E5B-F192-431C-BEB6-9634EDB90F6C}" type="pres">
      <dgm:prSet presAssocID="{12390194-5E82-4508-A190-0E92667E7946}" presName="spacer" presStyleCnt="0"/>
      <dgm:spPr/>
    </dgm:pt>
    <dgm:pt modelId="{4F0150CB-BA14-444F-97E9-B6EE09A0B0B8}" type="pres">
      <dgm:prSet presAssocID="{88FF6ADA-2E5A-4AA2-8986-1B19AA65260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8CAC20-9DE6-4DA9-B1FE-7A26BE0F2BA5}" type="pres">
      <dgm:prSet presAssocID="{7818ED42-82E7-4217-92B3-80DEC85ADE88}" presName="spacer" presStyleCnt="0"/>
      <dgm:spPr/>
    </dgm:pt>
    <dgm:pt modelId="{F0CBCF18-557B-4FE3-B791-B58D11F8D19E}" type="pres">
      <dgm:prSet presAssocID="{A6EAF949-519D-46B2-A042-ECD4446FA3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4C410C-F5E2-485C-82C5-A1A782CAA2E2}" type="presOf" srcId="{A6EAF949-519D-46B2-A042-ECD4446FA3A2}" destId="{F0CBCF18-557B-4FE3-B791-B58D11F8D19E}" srcOrd="0" destOrd="0" presId="urn:microsoft.com/office/officeart/2005/8/layout/vList2"/>
    <dgm:cxn modelId="{6CDEDC2A-A5B8-4ECA-8ED4-09B5B544245D}" srcId="{0F152235-455E-4E8B-A6F3-C077ED932B98}" destId="{A6EAF949-519D-46B2-A042-ECD4446FA3A2}" srcOrd="3" destOrd="0" parTransId="{1D2E3F7C-2F9E-4BB3-8687-0049452234D8}" sibTransId="{8A5B96E6-AFFB-4025-A1C2-729065002F5C}"/>
    <dgm:cxn modelId="{537A914D-9312-46F8-BFA1-75E424274328}" type="presOf" srcId="{0F152235-455E-4E8B-A6F3-C077ED932B98}" destId="{ADB26681-8824-485A-8875-C008098FFAA7}" srcOrd="0" destOrd="0" presId="urn:microsoft.com/office/officeart/2005/8/layout/vList2"/>
    <dgm:cxn modelId="{AC192750-77C9-4E15-B6C6-C6A7A15ECFC2}" srcId="{0F152235-455E-4E8B-A6F3-C077ED932B98}" destId="{A80AF387-8DB1-4452-A5A5-2D332FFE35FA}" srcOrd="0" destOrd="0" parTransId="{B23FEB73-860A-49B5-9A8D-7742034A7A76}" sibTransId="{995411F2-6D3C-48CC-A906-2866F9EAA317}"/>
    <dgm:cxn modelId="{0F3F6182-E564-4F31-A5B4-9AB8CDA56EB3}" type="presOf" srcId="{A80AF387-8DB1-4452-A5A5-2D332FFE35FA}" destId="{5B927662-AC29-424D-A864-33C575D401E5}" srcOrd="0" destOrd="0" presId="urn:microsoft.com/office/officeart/2005/8/layout/vList2"/>
    <dgm:cxn modelId="{7547A188-C818-46ED-A5FB-6FBDB7B915BB}" type="presOf" srcId="{88FF6ADA-2E5A-4AA2-8986-1B19AA652601}" destId="{4F0150CB-BA14-444F-97E9-B6EE09A0B0B8}" srcOrd="0" destOrd="0" presId="urn:microsoft.com/office/officeart/2005/8/layout/vList2"/>
    <dgm:cxn modelId="{4243C5AE-70E5-4F19-88F1-2F392C39EADA}" srcId="{0F152235-455E-4E8B-A6F3-C077ED932B98}" destId="{88FF6ADA-2E5A-4AA2-8986-1B19AA652601}" srcOrd="2" destOrd="0" parTransId="{FE671827-0865-4CDB-BD01-25D2A3321D9C}" sibTransId="{7818ED42-82E7-4217-92B3-80DEC85ADE88}"/>
    <dgm:cxn modelId="{F6854AB9-3D53-402A-B86E-6B8C5EB51A80}" srcId="{0F152235-455E-4E8B-A6F3-C077ED932B98}" destId="{E71073DA-B3C1-4B09-935C-16E1A1F8AF4C}" srcOrd="1" destOrd="0" parTransId="{165AFC86-585E-4B04-A3F1-C77C7ABB1B4E}" sibTransId="{12390194-5E82-4508-A190-0E92667E7946}"/>
    <dgm:cxn modelId="{531A33EA-B81C-4707-9E2A-335B9B95F7A8}" type="presOf" srcId="{E71073DA-B3C1-4B09-935C-16E1A1F8AF4C}" destId="{DB7911BB-6F3A-484D-9528-6EDD4EE6DD63}" srcOrd="0" destOrd="0" presId="urn:microsoft.com/office/officeart/2005/8/layout/vList2"/>
    <dgm:cxn modelId="{68ACEE5E-96CA-4DAA-9165-B91300524148}" type="presParOf" srcId="{ADB26681-8824-485A-8875-C008098FFAA7}" destId="{5B927662-AC29-424D-A864-33C575D401E5}" srcOrd="0" destOrd="0" presId="urn:microsoft.com/office/officeart/2005/8/layout/vList2"/>
    <dgm:cxn modelId="{DE606445-E63F-4C54-B4A4-335985D8F971}" type="presParOf" srcId="{ADB26681-8824-485A-8875-C008098FFAA7}" destId="{D03C218B-5251-42DF-9336-2F3990CAE485}" srcOrd="1" destOrd="0" presId="urn:microsoft.com/office/officeart/2005/8/layout/vList2"/>
    <dgm:cxn modelId="{1D7DF5CC-547F-432D-8806-AF141BDB8480}" type="presParOf" srcId="{ADB26681-8824-485A-8875-C008098FFAA7}" destId="{DB7911BB-6F3A-484D-9528-6EDD4EE6DD63}" srcOrd="2" destOrd="0" presId="urn:microsoft.com/office/officeart/2005/8/layout/vList2"/>
    <dgm:cxn modelId="{6A252D46-43C2-4B4D-A0FD-60E6A656A8EC}" type="presParOf" srcId="{ADB26681-8824-485A-8875-C008098FFAA7}" destId="{7AD82E5B-F192-431C-BEB6-9634EDB90F6C}" srcOrd="3" destOrd="0" presId="urn:microsoft.com/office/officeart/2005/8/layout/vList2"/>
    <dgm:cxn modelId="{806A531C-66A2-421C-8DE7-A879887569CA}" type="presParOf" srcId="{ADB26681-8824-485A-8875-C008098FFAA7}" destId="{4F0150CB-BA14-444F-97E9-B6EE09A0B0B8}" srcOrd="4" destOrd="0" presId="urn:microsoft.com/office/officeart/2005/8/layout/vList2"/>
    <dgm:cxn modelId="{CB2EE719-507F-44C4-A327-93EDB647C931}" type="presParOf" srcId="{ADB26681-8824-485A-8875-C008098FFAA7}" destId="{8C8CAC20-9DE6-4DA9-B1FE-7A26BE0F2BA5}" srcOrd="5" destOrd="0" presId="urn:microsoft.com/office/officeart/2005/8/layout/vList2"/>
    <dgm:cxn modelId="{0431E135-7554-4653-A27B-B7CC47044908}" type="presParOf" srcId="{ADB26681-8824-485A-8875-C008098FFAA7}" destId="{F0CBCF18-557B-4FE3-B791-B58D11F8D19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83294A2-EBD2-4142-9656-DA2D8CC7E9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F06B1BD-215A-4C98-A067-8F9EAD8332B7}">
      <dgm:prSet/>
      <dgm:spPr/>
      <dgm:t>
        <a:bodyPr/>
        <a:lstStyle/>
        <a:p>
          <a:r>
            <a:rPr lang="en-US"/>
            <a:t>AI transforms support</a:t>
          </a:r>
        </a:p>
      </dgm:t>
    </dgm:pt>
    <dgm:pt modelId="{BB16B47E-CDA1-4247-A676-5DF720C276DF}" type="parTrans" cxnId="{09081E49-BB8B-4E57-B166-F237BC9DFC79}">
      <dgm:prSet/>
      <dgm:spPr/>
      <dgm:t>
        <a:bodyPr/>
        <a:lstStyle/>
        <a:p>
          <a:endParaRPr lang="en-US"/>
        </a:p>
      </dgm:t>
    </dgm:pt>
    <dgm:pt modelId="{0703BCF3-E65B-4421-B55D-435E3657C1E5}" type="sibTrans" cxnId="{09081E49-BB8B-4E57-B166-F237BC9DFC79}">
      <dgm:prSet/>
      <dgm:spPr/>
      <dgm:t>
        <a:bodyPr/>
        <a:lstStyle/>
        <a:p>
          <a:endParaRPr lang="en-US"/>
        </a:p>
      </dgm:t>
    </dgm:pt>
    <dgm:pt modelId="{BEB795BD-4740-466B-80FC-80DA09CA87B8}">
      <dgm:prSet/>
      <dgm:spPr/>
      <dgm:t>
        <a:bodyPr/>
        <a:lstStyle/>
        <a:p>
          <a:r>
            <a:rPr lang="en-US"/>
            <a:t>Next Steps: Deploy -&gt; Integrate -&gt; Train</a:t>
          </a:r>
        </a:p>
      </dgm:t>
    </dgm:pt>
    <dgm:pt modelId="{51B98472-2CA9-443C-8544-BB760CC4D522}" type="parTrans" cxnId="{D59B24BC-C00A-41CF-AF09-BF39323E8458}">
      <dgm:prSet/>
      <dgm:spPr/>
      <dgm:t>
        <a:bodyPr/>
        <a:lstStyle/>
        <a:p>
          <a:endParaRPr lang="en-US"/>
        </a:p>
      </dgm:t>
    </dgm:pt>
    <dgm:pt modelId="{88F2CF20-9683-4EA3-8351-1C5B0F9C2FD5}" type="sibTrans" cxnId="{D59B24BC-C00A-41CF-AF09-BF39323E8458}">
      <dgm:prSet/>
      <dgm:spPr/>
      <dgm:t>
        <a:bodyPr/>
        <a:lstStyle/>
        <a:p>
          <a:endParaRPr lang="en-US"/>
        </a:p>
      </dgm:t>
    </dgm:pt>
    <dgm:pt modelId="{1BCB7285-F8C7-4CB1-83DC-6569C24CEA9F}">
      <dgm:prSet/>
      <dgm:spPr/>
      <dgm:t>
        <a:bodyPr/>
        <a:lstStyle/>
        <a:p>
          <a:r>
            <a:rPr lang="en-US"/>
            <a:t>Q&amp;A</a:t>
          </a:r>
        </a:p>
      </dgm:t>
    </dgm:pt>
    <dgm:pt modelId="{C7B146FB-82E0-42D7-A626-BBFCE80A19A9}" type="parTrans" cxnId="{240F06DF-8FDE-4A58-85AD-E95D01BA862F}">
      <dgm:prSet/>
      <dgm:spPr/>
      <dgm:t>
        <a:bodyPr/>
        <a:lstStyle/>
        <a:p>
          <a:endParaRPr lang="en-US"/>
        </a:p>
      </dgm:t>
    </dgm:pt>
    <dgm:pt modelId="{A02CEE52-728F-4AB3-B454-DF57194C7E09}" type="sibTrans" cxnId="{240F06DF-8FDE-4A58-85AD-E95D01BA862F}">
      <dgm:prSet/>
      <dgm:spPr/>
      <dgm:t>
        <a:bodyPr/>
        <a:lstStyle/>
        <a:p>
          <a:endParaRPr lang="en-US"/>
        </a:p>
      </dgm:t>
    </dgm:pt>
    <dgm:pt modelId="{148A2CC1-C882-4713-BBF8-A9D176AFD083}" type="pres">
      <dgm:prSet presAssocID="{483294A2-EBD2-4142-9656-DA2D8CC7E96E}" presName="root" presStyleCnt="0">
        <dgm:presLayoutVars>
          <dgm:dir/>
          <dgm:resizeHandles val="exact"/>
        </dgm:presLayoutVars>
      </dgm:prSet>
      <dgm:spPr/>
    </dgm:pt>
    <dgm:pt modelId="{683111C9-B1FE-4F24-933A-5D732DCF4E4C}" type="pres">
      <dgm:prSet presAssocID="{FF06B1BD-215A-4C98-A067-8F9EAD8332B7}" presName="compNode" presStyleCnt="0"/>
      <dgm:spPr/>
    </dgm:pt>
    <dgm:pt modelId="{BF6716E9-E421-4874-9400-4C53971AA93B}" type="pres">
      <dgm:prSet presAssocID="{FF06B1BD-215A-4C98-A067-8F9EAD8332B7}" presName="bgRect" presStyleLbl="bgShp" presStyleIdx="0" presStyleCnt="3"/>
      <dgm:spPr/>
    </dgm:pt>
    <dgm:pt modelId="{DF07FAE0-7C06-4AF5-AB45-D28D10F6768A}" type="pres">
      <dgm:prSet presAssocID="{FF06B1BD-215A-4C98-A067-8F9EAD8332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556F85A-EE9E-471A-8D3A-C3E7481EBA59}" type="pres">
      <dgm:prSet presAssocID="{FF06B1BD-215A-4C98-A067-8F9EAD8332B7}" presName="spaceRect" presStyleCnt="0"/>
      <dgm:spPr/>
    </dgm:pt>
    <dgm:pt modelId="{B777DA7D-C9EF-49E7-BC89-1F4E3097C65D}" type="pres">
      <dgm:prSet presAssocID="{FF06B1BD-215A-4C98-A067-8F9EAD8332B7}" presName="parTx" presStyleLbl="revTx" presStyleIdx="0" presStyleCnt="3">
        <dgm:presLayoutVars>
          <dgm:chMax val="0"/>
          <dgm:chPref val="0"/>
        </dgm:presLayoutVars>
      </dgm:prSet>
      <dgm:spPr/>
    </dgm:pt>
    <dgm:pt modelId="{3E253092-A76D-4868-A1D2-A49F02C50C95}" type="pres">
      <dgm:prSet presAssocID="{0703BCF3-E65B-4421-B55D-435E3657C1E5}" presName="sibTrans" presStyleCnt="0"/>
      <dgm:spPr/>
    </dgm:pt>
    <dgm:pt modelId="{090B57AE-2E79-418C-9372-80B369BA3D2C}" type="pres">
      <dgm:prSet presAssocID="{BEB795BD-4740-466B-80FC-80DA09CA87B8}" presName="compNode" presStyleCnt="0"/>
      <dgm:spPr/>
    </dgm:pt>
    <dgm:pt modelId="{E69F2606-B1EF-45FA-9E65-F5CBD4D72DA1}" type="pres">
      <dgm:prSet presAssocID="{BEB795BD-4740-466B-80FC-80DA09CA87B8}" presName="bgRect" presStyleLbl="bgShp" presStyleIdx="1" presStyleCnt="3"/>
      <dgm:spPr/>
    </dgm:pt>
    <dgm:pt modelId="{C3E62D37-FE36-41D7-833F-10A91FC5C83A}" type="pres">
      <dgm:prSet presAssocID="{BEB795BD-4740-466B-80FC-80DA09CA87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4670CB6-D83D-49F3-B9E8-5570D2323DEB}" type="pres">
      <dgm:prSet presAssocID="{BEB795BD-4740-466B-80FC-80DA09CA87B8}" presName="spaceRect" presStyleCnt="0"/>
      <dgm:spPr/>
    </dgm:pt>
    <dgm:pt modelId="{3DD013EC-6952-4159-8D37-8C928B923896}" type="pres">
      <dgm:prSet presAssocID="{BEB795BD-4740-466B-80FC-80DA09CA87B8}" presName="parTx" presStyleLbl="revTx" presStyleIdx="1" presStyleCnt="3">
        <dgm:presLayoutVars>
          <dgm:chMax val="0"/>
          <dgm:chPref val="0"/>
        </dgm:presLayoutVars>
      </dgm:prSet>
      <dgm:spPr/>
    </dgm:pt>
    <dgm:pt modelId="{F30855C0-DF17-42B4-A020-4F5CEDB20507}" type="pres">
      <dgm:prSet presAssocID="{88F2CF20-9683-4EA3-8351-1C5B0F9C2FD5}" presName="sibTrans" presStyleCnt="0"/>
      <dgm:spPr/>
    </dgm:pt>
    <dgm:pt modelId="{26F728C6-EF85-42F9-8A42-85049CBDE9BF}" type="pres">
      <dgm:prSet presAssocID="{1BCB7285-F8C7-4CB1-83DC-6569C24CEA9F}" presName="compNode" presStyleCnt="0"/>
      <dgm:spPr/>
    </dgm:pt>
    <dgm:pt modelId="{16A74029-FE40-4401-9D49-0344365D48D9}" type="pres">
      <dgm:prSet presAssocID="{1BCB7285-F8C7-4CB1-83DC-6569C24CEA9F}" presName="bgRect" presStyleLbl="bgShp" presStyleIdx="2" presStyleCnt="3"/>
      <dgm:spPr/>
    </dgm:pt>
    <dgm:pt modelId="{B59FA75D-6280-4BA3-AE35-2FB80E8B3565}" type="pres">
      <dgm:prSet presAssocID="{1BCB7285-F8C7-4CB1-83DC-6569C24CEA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524E28EB-D816-4663-9B76-F817DD011A2A}" type="pres">
      <dgm:prSet presAssocID="{1BCB7285-F8C7-4CB1-83DC-6569C24CEA9F}" presName="spaceRect" presStyleCnt="0"/>
      <dgm:spPr/>
    </dgm:pt>
    <dgm:pt modelId="{F829A25D-1A43-4877-9B1D-05A98FD6BE7F}" type="pres">
      <dgm:prSet presAssocID="{1BCB7285-F8C7-4CB1-83DC-6569C24CEA9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9081E49-BB8B-4E57-B166-F237BC9DFC79}" srcId="{483294A2-EBD2-4142-9656-DA2D8CC7E96E}" destId="{FF06B1BD-215A-4C98-A067-8F9EAD8332B7}" srcOrd="0" destOrd="0" parTransId="{BB16B47E-CDA1-4247-A676-5DF720C276DF}" sibTransId="{0703BCF3-E65B-4421-B55D-435E3657C1E5}"/>
    <dgm:cxn modelId="{0EC8E16F-F7FA-4960-AC3B-4A16B4303504}" type="presOf" srcId="{483294A2-EBD2-4142-9656-DA2D8CC7E96E}" destId="{148A2CC1-C882-4713-BBF8-A9D176AFD083}" srcOrd="0" destOrd="0" presId="urn:microsoft.com/office/officeart/2018/2/layout/IconVerticalSolidList"/>
    <dgm:cxn modelId="{74AD7D59-459D-4687-8B6B-A43E49576B86}" type="presOf" srcId="{BEB795BD-4740-466B-80FC-80DA09CA87B8}" destId="{3DD013EC-6952-4159-8D37-8C928B923896}" srcOrd="0" destOrd="0" presId="urn:microsoft.com/office/officeart/2018/2/layout/IconVerticalSolidList"/>
    <dgm:cxn modelId="{D59B24BC-C00A-41CF-AF09-BF39323E8458}" srcId="{483294A2-EBD2-4142-9656-DA2D8CC7E96E}" destId="{BEB795BD-4740-466B-80FC-80DA09CA87B8}" srcOrd="1" destOrd="0" parTransId="{51B98472-2CA9-443C-8544-BB760CC4D522}" sibTransId="{88F2CF20-9683-4EA3-8351-1C5B0F9C2FD5}"/>
    <dgm:cxn modelId="{240F06DF-8FDE-4A58-85AD-E95D01BA862F}" srcId="{483294A2-EBD2-4142-9656-DA2D8CC7E96E}" destId="{1BCB7285-F8C7-4CB1-83DC-6569C24CEA9F}" srcOrd="2" destOrd="0" parTransId="{C7B146FB-82E0-42D7-A626-BBFCE80A19A9}" sibTransId="{A02CEE52-728F-4AB3-B454-DF57194C7E09}"/>
    <dgm:cxn modelId="{54F7DFE0-F43C-417D-A341-9685230979D5}" type="presOf" srcId="{FF06B1BD-215A-4C98-A067-8F9EAD8332B7}" destId="{B777DA7D-C9EF-49E7-BC89-1F4E3097C65D}" srcOrd="0" destOrd="0" presId="urn:microsoft.com/office/officeart/2018/2/layout/IconVerticalSolidList"/>
    <dgm:cxn modelId="{DD26D7F6-D2D9-4839-B41F-29EA33C59078}" type="presOf" srcId="{1BCB7285-F8C7-4CB1-83DC-6569C24CEA9F}" destId="{F829A25D-1A43-4877-9B1D-05A98FD6BE7F}" srcOrd="0" destOrd="0" presId="urn:microsoft.com/office/officeart/2018/2/layout/IconVerticalSolidList"/>
    <dgm:cxn modelId="{DED820F8-AF08-4142-9FE4-3C20C5EC7552}" type="presParOf" srcId="{148A2CC1-C882-4713-BBF8-A9D176AFD083}" destId="{683111C9-B1FE-4F24-933A-5D732DCF4E4C}" srcOrd="0" destOrd="0" presId="urn:microsoft.com/office/officeart/2018/2/layout/IconVerticalSolidList"/>
    <dgm:cxn modelId="{67AFFDEF-6797-41B3-B67B-73E56D4E7325}" type="presParOf" srcId="{683111C9-B1FE-4F24-933A-5D732DCF4E4C}" destId="{BF6716E9-E421-4874-9400-4C53971AA93B}" srcOrd="0" destOrd="0" presId="urn:microsoft.com/office/officeart/2018/2/layout/IconVerticalSolidList"/>
    <dgm:cxn modelId="{24F7F236-78BC-41FF-8982-D2AA3FE32477}" type="presParOf" srcId="{683111C9-B1FE-4F24-933A-5D732DCF4E4C}" destId="{DF07FAE0-7C06-4AF5-AB45-D28D10F6768A}" srcOrd="1" destOrd="0" presId="urn:microsoft.com/office/officeart/2018/2/layout/IconVerticalSolidList"/>
    <dgm:cxn modelId="{E5217E0B-302B-44E4-A1CF-E42A7C9A10C2}" type="presParOf" srcId="{683111C9-B1FE-4F24-933A-5D732DCF4E4C}" destId="{D556F85A-EE9E-471A-8D3A-C3E7481EBA59}" srcOrd="2" destOrd="0" presId="urn:microsoft.com/office/officeart/2018/2/layout/IconVerticalSolidList"/>
    <dgm:cxn modelId="{4281F25F-EFC7-45F0-A304-6E4873B06D12}" type="presParOf" srcId="{683111C9-B1FE-4F24-933A-5D732DCF4E4C}" destId="{B777DA7D-C9EF-49E7-BC89-1F4E3097C65D}" srcOrd="3" destOrd="0" presId="urn:microsoft.com/office/officeart/2018/2/layout/IconVerticalSolidList"/>
    <dgm:cxn modelId="{80CE00D3-CD55-4488-B4B9-D9419B57FB33}" type="presParOf" srcId="{148A2CC1-C882-4713-BBF8-A9D176AFD083}" destId="{3E253092-A76D-4868-A1D2-A49F02C50C95}" srcOrd="1" destOrd="0" presId="urn:microsoft.com/office/officeart/2018/2/layout/IconVerticalSolidList"/>
    <dgm:cxn modelId="{21EF32B8-9F20-4533-BB69-46FF6CF28BAF}" type="presParOf" srcId="{148A2CC1-C882-4713-BBF8-A9D176AFD083}" destId="{090B57AE-2E79-418C-9372-80B369BA3D2C}" srcOrd="2" destOrd="0" presId="urn:microsoft.com/office/officeart/2018/2/layout/IconVerticalSolidList"/>
    <dgm:cxn modelId="{8F42487B-C5DD-435E-A633-77E2DEC4F94B}" type="presParOf" srcId="{090B57AE-2E79-418C-9372-80B369BA3D2C}" destId="{E69F2606-B1EF-45FA-9E65-F5CBD4D72DA1}" srcOrd="0" destOrd="0" presId="urn:microsoft.com/office/officeart/2018/2/layout/IconVerticalSolidList"/>
    <dgm:cxn modelId="{7D5CAD8B-FD31-43A2-A168-7FFA5C3A2E59}" type="presParOf" srcId="{090B57AE-2E79-418C-9372-80B369BA3D2C}" destId="{C3E62D37-FE36-41D7-833F-10A91FC5C83A}" srcOrd="1" destOrd="0" presId="urn:microsoft.com/office/officeart/2018/2/layout/IconVerticalSolidList"/>
    <dgm:cxn modelId="{63FF51EC-3570-4A76-A419-403E7D1DD548}" type="presParOf" srcId="{090B57AE-2E79-418C-9372-80B369BA3D2C}" destId="{84670CB6-D83D-49F3-B9E8-5570D2323DEB}" srcOrd="2" destOrd="0" presId="urn:microsoft.com/office/officeart/2018/2/layout/IconVerticalSolidList"/>
    <dgm:cxn modelId="{C5A9362B-801C-43A4-936E-861057CC3F96}" type="presParOf" srcId="{090B57AE-2E79-418C-9372-80B369BA3D2C}" destId="{3DD013EC-6952-4159-8D37-8C928B923896}" srcOrd="3" destOrd="0" presId="urn:microsoft.com/office/officeart/2018/2/layout/IconVerticalSolidList"/>
    <dgm:cxn modelId="{34DA2BA3-EF8D-48E1-A6EB-5328F032130F}" type="presParOf" srcId="{148A2CC1-C882-4713-BBF8-A9D176AFD083}" destId="{F30855C0-DF17-42B4-A020-4F5CEDB20507}" srcOrd="3" destOrd="0" presId="urn:microsoft.com/office/officeart/2018/2/layout/IconVerticalSolidList"/>
    <dgm:cxn modelId="{0C184E6A-2EA7-48D4-8D3A-BBE92EAEB6B8}" type="presParOf" srcId="{148A2CC1-C882-4713-BBF8-A9D176AFD083}" destId="{26F728C6-EF85-42F9-8A42-85049CBDE9BF}" srcOrd="4" destOrd="0" presId="urn:microsoft.com/office/officeart/2018/2/layout/IconVerticalSolidList"/>
    <dgm:cxn modelId="{B7852BAF-5FEC-4B4F-82CE-E45412614C74}" type="presParOf" srcId="{26F728C6-EF85-42F9-8A42-85049CBDE9BF}" destId="{16A74029-FE40-4401-9D49-0344365D48D9}" srcOrd="0" destOrd="0" presId="urn:microsoft.com/office/officeart/2018/2/layout/IconVerticalSolidList"/>
    <dgm:cxn modelId="{F3A160CD-4F38-42C9-A608-950411730D52}" type="presParOf" srcId="{26F728C6-EF85-42F9-8A42-85049CBDE9BF}" destId="{B59FA75D-6280-4BA3-AE35-2FB80E8B3565}" srcOrd="1" destOrd="0" presId="urn:microsoft.com/office/officeart/2018/2/layout/IconVerticalSolidList"/>
    <dgm:cxn modelId="{DD26C1CE-6030-49DA-8CCB-2FBC9F56AF5D}" type="presParOf" srcId="{26F728C6-EF85-42F9-8A42-85049CBDE9BF}" destId="{524E28EB-D816-4663-9B76-F817DD011A2A}" srcOrd="2" destOrd="0" presId="urn:microsoft.com/office/officeart/2018/2/layout/IconVerticalSolidList"/>
    <dgm:cxn modelId="{D72281A0-3FE8-4ABA-B8FD-35A175726550}" type="presParOf" srcId="{26F728C6-EF85-42F9-8A42-85049CBDE9BF}" destId="{F829A25D-1A43-4877-9B1D-05A98FD6BE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5A3E0-F6DD-4CED-969C-5BFD1FBFD4AD}">
      <dsp:nvSpPr>
        <dsp:cNvPr id="0" name=""/>
        <dsp:cNvSpPr/>
      </dsp:nvSpPr>
      <dsp:spPr>
        <a:xfrm>
          <a:off x="0" y="473"/>
          <a:ext cx="6347714" cy="11085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549A5-BC5A-48E1-AD77-852295A9189F}">
      <dsp:nvSpPr>
        <dsp:cNvPr id="0" name=""/>
        <dsp:cNvSpPr/>
      </dsp:nvSpPr>
      <dsp:spPr>
        <a:xfrm>
          <a:off x="335327" y="249891"/>
          <a:ext cx="609686" cy="6096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F5AAD-16EC-476F-999B-CD38E6354966}">
      <dsp:nvSpPr>
        <dsp:cNvPr id="0" name=""/>
        <dsp:cNvSpPr/>
      </dsp:nvSpPr>
      <dsp:spPr>
        <a:xfrm>
          <a:off x="1280342" y="473"/>
          <a:ext cx="5067371" cy="1108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19" tIns="117319" rIns="117319" bIns="11731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Intelligent Troubleshooting &amp; Real-time Log Analysis</a:t>
          </a:r>
        </a:p>
      </dsp:txBody>
      <dsp:txXfrm>
        <a:off x="1280342" y="473"/>
        <a:ext cx="5067371" cy="1108521"/>
      </dsp:txXfrm>
    </dsp:sp>
    <dsp:sp modelId="{EE30F291-1DCD-4292-8A9F-997AB19677A1}">
      <dsp:nvSpPr>
        <dsp:cNvPr id="0" name=""/>
        <dsp:cNvSpPr/>
      </dsp:nvSpPr>
      <dsp:spPr>
        <a:xfrm>
          <a:off x="0" y="1386125"/>
          <a:ext cx="6347714" cy="11085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26750-ECAB-44EB-847D-5E5A77713C82}">
      <dsp:nvSpPr>
        <dsp:cNvPr id="0" name=""/>
        <dsp:cNvSpPr/>
      </dsp:nvSpPr>
      <dsp:spPr>
        <a:xfrm>
          <a:off x="335327" y="1635543"/>
          <a:ext cx="609686" cy="6096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44E6F-C81B-44DA-A409-67F7683051B7}">
      <dsp:nvSpPr>
        <dsp:cNvPr id="0" name=""/>
        <dsp:cNvSpPr/>
      </dsp:nvSpPr>
      <dsp:spPr>
        <a:xfrm>
          <a:off x="1280342" y="1386125"/>
          <a:ext cx="5067371" cy="1108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19" tIns="117319" rIns="117319" bIns="11731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Presenter: Dhananjay Patil &amp; Amol Shinde</a:t>
          </a:r>
        </a:p>
      </dsp:txBody>
      <dsp:txXfrm>
        <a:off x="1280342" y="1386125"/>
        <a:ext cx="5067371" cy="1108521"/>
      </dsp:txXfrm>
    </dsp:sp>
    <dsp:sp modelId="{25F93B58-941E-427B-9995-C3296561AD43}">
      <dsp:nvSpPr>
        <dsp:cNvPr id="0" name=""/>
        <dsp:cNvSpPr/>
      </dsp:nvSpPr>
      <dsp:spPr>
        <a:xfrm>
          <a:off x="0" y="2771777"/>
          <a:ext cx="6347714" cy="11085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7B87F6-52AD-4C99-A9BF-4E5BA3202C86}">
      <dsp:nvSpPr>
        <dsp:cNvPr id="0" name=""/>
        <dsp:cNvSpPr/>
      </dsp:nvSpPr>
      <dsp:spPr>
        <a:xfrm>
          <a:off x="335327" y="3021195"/>
          <a:ext cx="609686" cy="6096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04D98-3B20-4B5A-8AA3-7D9B24249467}">
      <dsp:nvSpPr>
        <dsp:cNvPr id="0" name=""/>
        <dsp:cNvSpPr/>
      </dsp:nvSpPr>
      <dsp:spPr>
        <a:xfrm>
          <a:off x="1280342" y="2771777"/>
          <a:ext cx="5067371" cy="1108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19" tIns="117319" rIns="117319" bIns="11731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Date: March 20, 2026</a:t>
          </a:r>
        </a:p>
      </dsp:txBody>
      <dsp:txXfrm>
        <a:off x="1280342" y="2771777"/>
        <a:ext cx="5067371" cy="11085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DBF68-B49E-4E44-B003-886D00596CFB}">
      <dsp:nvSpPr>
        <dsp:cNvPr id="0" name=""/>
        <dsp:cNvSpPr/>
      </dsp:nvSpPr>
      <dsp:spPr>
        <a:xfrm>
          <a:off x="0" y="366794"/>
          <a:ext cx="5019610" cy="936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Complex Ecosystem</a:t>
          </a:r>
        </a:p>
      </dsp:txBody>
      <dsp:txXfrm>
        <a:off x="45692" y="412486"/>
        <a:ext cx="4928226" cy="844616"/>
      </dsp:txXfrm>
    </dsp:sp>
    <dsp:sp modelId="{417CA410-5D8E-4EC9-98D8-EB9E9BA8E1F7}">
      <dsp:nvSpPr>
        <dsp:cNvPr id="0" name=""/>
        <dsp:cNvSpPr/>
      </dsp:nvSpPr>
      <dsp:spPr>
        <a:xfrm>
          <a:off x="0" y="1417994"/>
          <a:ext cx="5019610" cy="936000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Security Hardening</a:t>
          </a:r>
        </a:p>
      </dsp:txBody>
      <dsp:txXfrm>
        <a:off x="45692" y="1463686"/>
        <a:ext cx="4928226" cy="844616"/>
      </dsp:txXfrm>
    </dsp:sp>
    <dsp:sp modelId="{83BA24E6-17CE-4769-8A5A-1C1B3B71004E}">
      <dsp:nvSpPr>
        <dsp:cNvPr id="0" name=""/>
        <dsp:cNvSpPr/>
      </dsp:nvSpPr>
      <dsp:spPr>
        <a:xfrm>
          <a:off x="0" y="2469195"/>
          <a:ext cx="5019610" cy="936000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Log Fatigue</a:t>
          </a:r>
        </a:p>
      </dsp:txBody>
      <dsp:txXfrm>
        <a:off x="45692" y="2514887"/>
        <a:ext cx="4928226" cy="844616"/>
      </dsp:txXfrm>
    </dsp:sp>
    <dsp:sp modelId="{E0C2CB79-B630-4950-8EA0-A212A8A8E1A3}">
      <dsp:nvSpPr>
        <dsp:cNvPr id="0" name=""/>
        <dsp:cNvSpPr/>
      </dsp:nvSpPr>
      <dsp:spPr>
        <a:xfrm>
          <a:off x="0" y="3520395"/>
          <a:ext cx="5019610" cy="93600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High MTTR</a:t>
          </a:r>
        </a:p>
      </dsp:txBody>
      <dsp:txXfrm>
        <a:off x="45692" y="3566087"/>
        <a:ext cx="4928226" cy="844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34ED1-8340-448C-8986-6EF2D176C4D9}">
      <dsp:nvSpPr>
        <dsp:cNvPr id="0" name=""/>
        <dsp:cNvSpPr/>
      </dsp:nvSpPr>
      <dsp:spPr>
        <a:xfrm>
          <a:off x="0" y="433574"/>
          <a:ext cx="501961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E02A9E-8B67-4B4D-BF8B-60A341669D5F}">
      <dsp:nvSpPr>
        <dsp:cNvPr id="0" name=""/>
        <dsp:cNvSpPr/>
      </dsp:nvSpPr>
      <dsp:spPr>
        <a:xfrm>
          <a:off x="250980" y="35054"/>
          <a:ext cx="3513727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811" tIns="0" rIns="13281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AI-Powered Diagnostics</a:t>
          </a:r>
        </a:p>
      </dsp:txBody>
      <dsp:txXfrm>
        <a:off x="289888" y="73962"/>
        <a:ext cx="3435911" cy="719224"/>
      </dsp:txXfrm>
    </dsp:sp>
    <dsp:sp modelId="{07DACA18-89D2-45BD-BA60-17F5765F1418}">
      <dsp:nvSpPr>
        <dsp:cNvPr id="0" name=""/>
        <dsp:cNvSpPr/>
      </dsp:nvSpPr>
      <dsp:spPr>
        <a:xfrm>
          <a:off x="0" y="1658294"/>
          <a:ext cx="501961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904150"/>
              <a:satOff val="-552"/>
              <a:lumOff val="215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A36058-3F9A-437B-8755-7569F069390E}">
      <dsp:nvSpPr>
        <dsp:cNvPr id="0" name=""/>
        <dsp:cNvSpPr/>
      </dsp:nvSpPr>
      <dsp:spPr>
        <a:xfrm>
          <a:off x="250980" y="1259774"/>
          <a:ext cx="3513727" cy="797040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811" tIns="0" rIns="13281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Lightweight Agent</a:t>
          </a:r>
        </a:p>
      </dsp:txBody>
      <dsp:txXfrm>
        <a:off x="289888" y="1298682"/>
        <a:ext cx="3435911" cy="719224"/>
      </dsp:txXfrm>
    </dsp:sp>
    <dsp:sp modelId="{00903844-C795-4DB1-9153-4A888B32B59A}">
      <dsp:nvSpPr>
        <dsp:cNvPr id="0" name=""/>
        <dsp:cNvSpPr/>
      </dsp:nvSpPr>
      <dsp:spPr>
        <a:xfrm>
          <a:off x="0" y="2883015"/>
          <a:ext cx="501961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1808300"/>
              <a:satOff val="-1104"/>
              <a:lumOff val="43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F0201-1B1A-48B8-90E0-8C83841AF8A9}">
      <dsp:nvSpPr>
        <dsp:cNvPr id="0" name=""/>
        <dsp:cNvSpPr/>
      </dsp:nvSpPr>
      <dsp:spPr>
        <a:xfrm>
          <a:off x="250980" y="2484494"/>
          <a:ext cx="3513727" cy="797040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811" tIns="0" rIns="13281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Unified Dashboard</a:t>
          </a:r>
        </a:p>
      </dsp:txBody>
      <dsp:txXfrm>
        <a:off x="289888" y="2523402"/>
        <a:ext cx="3435911" cy="719224"/>
      </dsp:txXfrm>
    </dsp:sp>
    <dsp:sp modelId="{A44C1BD8-48BA-4AAF-B59B-23CA840CA13D}">
      <dsp:nvSpPr>
        <dsp:cNvPr id="0" name=""/>
        <dsp:cNvSpPr/>
      </dsp:nvSpPr>
      <dsp:spPr>
        <a:xfrm>
          <a:off x="0" y="4107735"/>
          <a:ext cx="501961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2712450"/>
              <a:satOff val="-1656"/>
              <a:lumOff val="647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9BD94-1A11-4BC4-A369-42A12BE14F18}">
      <dsp:nvSpPr>
        <dsp:cNvPr id="0" name=""/>
        <dsp:cNvSpPr/>
      </dsp:nvSpPr>
      <dsp:spPr>
        <a:xfrm>
          <a:off x="250980" y="3709215"/>
          <a:ext cx="3513727" cy="79704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811" tIns="0" rIns="13281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Knowledge Base</a:t>
          </a:r>
        </a:p>
      </dsp:txBody>
      <dsp:txXfrm>
        <a:off x="289888" y="3748123"/>
        <a:ext cx="3435911" cy="719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C3D9E-A6EA-4BD6-AA87-3C331FAF00C5}">
      <dsp:nvSpPr>
        <dsp:cNvPr id="0" name=""/>
        <dsp:cNvSpPr/>
      </dsp:nvSpPr>
      <dsp:spPr>
        <a:xfrm>
          <a:off x="903304" y="2659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45DE4-E1FF-4A70-93A7-4104F4E2573A}">
      <dsp:nvSpPr>
        <dsp:cNvPr id="0" name=""/>
        <dsp:cNvSpPr/>
      </dsp:nvSpPr>
      <dsp:spPr>
        <a:xfrm>
          <a:off x="1137304" y="26059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7E984-DFE3-47D6-B883-666631FC1457}">
      <dsp:nvSpPr>
        <dsp:cNvPr id="0" name=""/>
        <dsp:cNvSpPr/>
      </dsp:nvSpPr>
      <dsp:spPr>
        <a:xfrm>
          <a:off x="552304" y="1466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[USER BROWSER]</a:t>
          </a:r>
        </a:p>
      </dsp:txBody>
      <dsp:txXfrm>
        <a:off x="552304" y="1466595"/>
        <a:ext cx="1800000" cy="720000"/>
      </dsp:txXfrm>
    </dsp:sp>
    <dsp:sp modelId="{50B8BCDD-00C5-4F44-8DC8-21B3D55244B5}">
      <dsp:nvSpPr>
        <dsp:cNvPr id="0" name=""/>
        <dsp:cNvSpPr/>
      </dsp:nvSpPr>
      <dsp:spPr>
        <a:xfrm>
          <a:off x="3018305" y="2659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4E985-F756-4A0F-99F6-B371281DA6D2}">
      <dsp:nvSpPr>
        <dsp:cNvPr id="0" name=""/>
        <dsp:cNvSpPr/>
      </dsp:nvSpPr>
      <dsp:spPr>
        <a:xfrm>
          <a:off x="3252305" y="26059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EBA48-F062-40C2-A13C-E10F6902D8E0}">
      <dsp:nvSpPr>
        <dsp:cNvPr id="0" name=""/>
        <dsp:cNvSpPr/>
      </dsp:nvSpPr>
      <dsp:spPr>
        <a:xfrm>
          <a:off x="2667305" y="1466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[AI DIAGNOSTICS AGENT]</a:t>
          </a:r>
        </a:p>
      </dsp:txBody>
      <dsp:txXfrm>
        <a:off x="2667305" y="1466595"/>
        <a:ext cx="1800000" cy="720000"/>
      </dsp:txXfrm>
    </dsp:sp>
    <dsp:sp modelId="{B6BC51C2-F498-45EA-9A35-45A456E5A0B9}">
      <dsp:nvSpPr>
        <dsp:cNvPr id="0" name=""/>
        <dsp:cNvSpPr/>
      </dsp:nvSpPr>
      <dsp:spPr>
        <a:xfrm>
          <a:off x="903304" y="263659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E606A9-C2B2-48B3-9534-3ECFED8F913E}">
      <dsp:nvSpPr>
        <dsp:cNvPr id="0" name=""/>
        <dsp:cNvSpPr/>
      </dsp:nvSpPr>
      <dsp:spPr>
        <a:xfrm>
          <a:off x="1137304" y="2870595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692FF-F1E9-4D01-A0E0-4D56410130C4}">
      <dsp:nvSpPr>
        <dsp:cNvPr id="0" name=""/>
        <dsp:cNvSpPr/>
      </dsp:nvSpPr>
      <dsp:spPr>
        <a:xfrm>
          <a:off x="552304" y="4076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 err="1"/>
            <a:t>Vocera</a:t>
          </a:r>
          <a:r>
            <a:rPr lang="en-US" sz="1300" kern="1200" dirty="0"/>
            <a:t> Analytics Application &amp; Configuration files</a:t>
          </a:r>
        </a:p>
      </dsp:txBody>
      <dsp:txXfrm>
        <a:off x="552304" y="4076595"/>
        <a:ext cx="1800000" cy="720000"/>
      </dsp:txXfrm>
    </dsp:sp>
    <dsp:sp modelId="{4EE9A0D5-A5B1-4CF2-AFD0-D2869B5B15CE}">
      <dsp:nvSpPr>
        <dsp:cNvPr id="0" name=""/>
        <dsp:cNvSpPr/>
      </dsp:nvSpPr>
      <dsp:spPr>
        <a:xfrm>
          <a:off x="3018305" y="263659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99FC6-0C6B-4B43-BD2C-E5CC99A15CAF}">
      <dsp:nvSpPr>
        <dsp:cNvPr id="0" name=""/>
        <dsp:cNvSpPr/>
      </dsp:nvSpPr>
      <dsp:spPr>
        <a:xfrm>
          <a:off x="3252305" y="2870595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2F6BA-9F20-4CAD-A51C-C4216D5F9D68}">
      <dsp:nvSpPr>
        <dsp:cNvPr id="0" name=""/>
        <dsp:cNvSpPr/>
      </dsp:nvSpPr>
      <dsp:spPr>
        <a:xfrm>
          <a:off x="2667305" y="4076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Connected to Filesystem, Gemini API, Knowledge Base</a:t>
          </a:r>
        </a:p>
      </dsp:txBody>
      <dsp:txXfrm>
        <a:off x="2667305" y="4076595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8A8E6-9FF1-4929-82A1-D2D157B0C772}">
      <dsp:nvSpPr>
        <dsp:cNvPr id="0" name=""/>
        <dsp:cNvSpPr/>
      </dsp:nvSpPr>
      <dsp:spPr>
        <a:xfrm>
          <a:off x="0" y="494"/>
          <a:ext cx="5019610" cy="11407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MTLS/SSL Validation</a:t>
          </a:r>
        </a:p>
      </dsp:txBody>
      <dsp:txXfrm>
        <a:off x="55687" y="56181"/>
        <a:ext cx="4908236" cy="1029376"/>
      </dsp:txXfrm>
    </dsp:sp>
    <dsp:sp modelId="{CA4147DE-9F09-47AE-A99B-EAD2794A8715}">
      <dsp:nvSpPr>
        <dsp:cNvPr id="0" name=""/>
        <dsp:cNvSpPr/>
      </dsp:nvSpPr>
      <dsp:spPr>
        <a:xfrm>
          <a:off x="0" y="1227644"/>
          <a:ext cx="5019610" cy="1140750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Component Health Monitoring</a:t>
          </a:r>
        </a:p>
      </dsp:txBody>
      <dsp:txXfrm>
        <a:off x="55687" y="1283331"/>
        <a:ext cx="4908236" cy="1029376"/>
      </dsp:txXfrm>
    </dsp:sp>
    <dsp:sp modelId="{20F91D24-5078-4427-92E5-803D18B15CFB}">
      <dsp:nvSpPr>
        <dsp:cNvPr id="0" name=""/>
        <dsp:cNvSpPr/>
      </dsp:nvSpPr>
      <dsp:spPr>
        <a:xfrm>
          <a:off x="0" y="2454795"/>
          <a:ext cx="5019610" cy="1140750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Automated Log Analysis</a:t>
          </a:r>
        </a:p>
      </dsp:txBody>
      <dsp:txXfrm>
        <a:off x="55687" y="2510482"/>
        <a:ext cx="4908236" cy="1029376"/>
      </dsp:txXfrm>
    </dsp:sp>
    <dsp:sp modelId="{F4C6A975-F150-433B-8BA9-BF2F5AC27400}">
      <dsp:nvSpPr>
        <dsp:cNvPr id="0" name=""/>
        <dsp:cNvSpPr/>
      </dsp:nvSpPr>
      <dsp:spPr>
        <a:xfrm>
          <a:off x="0" y="3681945"/>
          <a:ext cx="5019610" cy="114075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Connectivity Testing</a:t>
          </a:r>
        </a:p>
      </dsp:txBody>
      <dsp:txXfrm>
        <a:off x="55687" y="3737632"/>
        <a:ext cx="490823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6E165-AFBC-442D-8E49-CA53A0876A76}">
      <dsp:nvSpPr>
        <dsp:cNvPr id="0" name=""/>
        <dsp:cNvSpPr/>
      </dsp:nvSpPr>
      <dsp:spPr>
        <a:xfrm>
          <a:off x="0" y="2001"/>
          <a:ext cx="5019610" cy="1014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C3043-86C7-46BA-9B43-720E8922D2CF}">
      <dsp:nvSpPr>
        <dsp:cNvPr id="0" name=""/>
        <dsp:cNvSpPr/>
      </dsp:nvSpPr>
      <dsp:spPr>
        <a:xfrm>
          <a:off x="306906" y="230279"/>
          <a:ext cx="558011" cy="5580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AD69D-953E-44A9-B2AA-966E1260D78D}">
      <dsp:nvSpPr>
        <dsp:cNvPr id="0" name=""/>
        <dsp:cNvSpPr/>
      </dsp:nvSpPr>
      <dsp:spPr>
        <a:xfrm>
          <a:off x="1171823" y="2001"/>
          <a:ext cx="3847786" cy="101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75" tIns="107375" rIns="107375" bIns="1073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Ingest</a:t>
          </a:r>
        </a:p>
      </dsp:txBody>
      <dsp:txXfrm>
        <a:off x="1171823" y="2001"/>
        <a:ext cx="3847786" cy="1014565"/>
      </dsp:txXfrm>
    </dsp:sp>
    <dsp:sp modelId="{73EB9AD8-05D0-40B1-A644-D0BE28E0EB3F}">
      <dsp:nvSpPr>
        <dsp:cNvPr id="0" name=""/>
        <dsp:cNvSpPr/>
      </dsp:nvSpPr>
      <dsp:spPr>
        <a:xfrm>
          <a:off x="0" y="1270208"/>
          <a:ext cx="5019610" cy="1014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10EB2-F8DA-4ABC-B993-9A2D72770C4B}">
      <dsp:nvSpPr>
        <dsp:cNvPr id="0" name=""/>
        <dsp:cNvSpPr/>
      </dsp:nvSpPr>
      <dsp:spPr>
        <a:xfrm>
          <a:off x="306906" y="1498486"/>
          <a:ext cx="558011" cy="5580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83835-19D6-4696-914F-10A756A7C0E5}">
      <dsp:nvSpPr>
        <dsp:cNvPr id="0" name=""/>
        <dsp:cNvSpPr/>
      </dsp:nvSpPr>
      <dsp:spPr>
        <a:xfrm>
          <a:off x="1171823" y="1270208"/>
          <a:ext cx="3847786" cy="101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75" tIns="107375" rIns="107375" bIns="1073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Analyze</a:t>
          </a:r>
        </a:p>
      </dsp:txBody>
      <dsp:txXfrm>
        <a:off x="1171823" y="1270208"/>
        <a:ext cx="3847786" cy="1014565"/>
      </dsp:txXfrm>
    </dsp:sp>
    <dsp:sp modelId="{C429B619-42DB-462C-939D-58F05D3F45A5}">
      <dsp:nvSpPr>
        <dsp:cNvPr id="0" name=""/>
        <dsp:cNvSpPr/>
      </dsp:nvSpPr>
      <dsp:spPr>
        <a:xfrm>
          <a:off x="0" y="2538415"/>
          <a:ext cx="5019610" cy="1014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0FACC-81A3-420F-AD08-84EBCDD65D87}">
      <dsp:nvSpPr>
        <dsp:cNvPr id="0" name=""/>
        <dsp:cNvSpPr/>
      </dsp:nvSpPr>
      <dsp:spPr>
        <a:xfrm>
          <a:off x="306906" y="2766692"/>
          <a:ext cx="558011" cy="5580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0B263-5BF8-4F05-ACAF-C4110B167D89}">
      <dsp:nvSpPr>
        <dsp:cNvPr id="0" name=""/>
        <dsp:cNvSpPr/>
      </dsp:nvSpPr>
      <dsp:spPr>
        <a:xfrm>
          <a:off x="1171823" y="2538415"/>
          <a:ext cx="3847786" cy="101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75" tIns="107375" rIns="107375" bIns="1073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Diagnose</a:t>
          </a:r>
        </a:p>
      </dsp:txBody>
      <dsp:txXfrm>
        <a:off x="1171823" y="2538415"/>
        <a:ext cx="3847786" cy="1014565"/>
      </dsp:txXfrm>
    </dsp:sp>
    <dsp:sp modelId="{87DDB827-0DDE-4C29-A0FA-30B8C07EFBA7}">
      <dsp:nvSpPr>
        <dsp:cNvPr id="0" name=""/>
        <dsp:cNvSpPr/>
      </dsp:nvSpPr>
      <dsp:spPr>
        <a:xfrm>
          <a:off x="0" y="3806622"/>
          <a:ext cx="5019610" cy="1014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8F6A6-3CAE-492E-9F9C-DAF521BDB9F1}">
      <dsp:nvSpPr>
        <dsp:cNvPr id="0" name=""/>
        <dsp:cNvSpPr/>
      </dsp:nvSpPr>
      <dsp:spPr>
        <a:xfrm>
          <a:off x="306906" y="4034899"/>
          <a:ext cx="558011" cy="5580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59418-FD47-4C62-AF4C-F3BA94725853}">
      <dsp:nvSpPr>
        <dsp:cNvPr id="0" name=""/>
        <dsp:cNvSpPr/>
      </dsp:nvSpPr>
      <dsp:spPr>
        <a:xfrm>
          <a:off x="1171823" y="3806622"/>
          <a:ext cx="3847786" cy="101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75" tIns="107375" rIns="107375" bIns="1073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Resolve</a:t>
          </a:r>
        </a:p>
      </dsp:txBody>
      <dsp:txXfrm>
        <a:off x="1171823" y="3806622"/>
        <a:ext cx="3847786" cy="10145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45440-A29D-489C-9199-B7D064C556C6}">
      <dsp:nvSpPr>
        <dsp:cNvPr id="0" name=""/>
        <dsp:cNvSpPr/>
      </dsp:nvSpPr>
      <dsp:spPr>
        <a:xfrm>
          <a:off x="0" y="469034"/>
          <a:ext cx="5019610" cy="889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Reduced Downtime</a:t>
          </a:r>
        </a:p>
      </dsp:txBody>
      <dsp:txXfrm>
        <a:off x="43407" y="512441"/>
        <a:ext cx="4932796" cy="802386"/>
      </dsp:txXfrm>
    </dsp:sp>
    <dsp:sp modelId="{408C79C2-C0CE-4EC2-B192-5E4FD4BB6EF6}">
      <dsp:nvSpPr>
        <dsp:cNvPr id="0" name=""/>
        <dsp:cNvSpPr/>
      </dsp:nvSpPr>
      <dsp:spPr>
        <a:xfrm>
          <a:off x="0" y="1467674"/>
          <a:ext cx="5019610" cy="889200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Lower Support Costs</a:t>
          </a:r>
        </a:p>
      </dsp:txBody>
      <dsp:txXfrm>
        <a:off x="43407" y="1511081"/>
        <a:ext cx="4932796" cy="802386"/>
      </dsp:txXfrm>
    </dsp:sp>
    <dsp:sp modelId="{F7814B85-EA73-4D5F-9793-D1A0E2445051}">
      <dsp:nvSpPr>
        <dsp:cNvPr id="0" name=""/>
        <dsp:cNvSpPr/>
      </dsp:nvSpPr>
      <dsp:spPr>
        <a:xfrm>
          <a:off x="0" y="2466314"/>
          <a:ext cx="5019610" cy="889200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Proactive Security</a:t>
          </a:r>
        </a:p>
      </dsp:txBody>
      <dsp:txXfrm>
        <a:off x="43407" y="2509721"/>
        <a:ext cx="4932796" cy="802386"/>
      </dsp:txXfrm>
    </dsp:sp>
    <dsp:sp modelId="{B05654A8-1A6D-4C8E-A42F-233B6D1AC2EC}">
      <dsp:nvSpPr>
        <dsp:cNvPr id="0" name=""/>
        <dsp:cNvSpPr/>
      </dsp:nvSpPr>
      <dsp:spPr>
        <a:xfrm>
          <a:off x="0" y="3464955"/>
          <a:ext cx="5019610" cy="88920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Knowledge Retention</a:t>
          </a:r>
        </a:p>
      </dsp:txBody>
      <dsp:txXfrm>
        <a:off x="43407" y="3508362"/>
        <a:ext cx="4932796" cy="8023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C707C8-4745-4BCB-B79F-0F523133B718}">
      <dsp:nvSpPr>
        <dsp:cNvPr id="0" name=""/>
        <dsp:cNvSpPr/>
      </dsp:nvSpPr>
      <dsp:spPr>
        <a:xfrm>
          <a:off x="0" y="588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ADF4F-621E-475F-A405-24C7EF62F2B0}">
      <dsp:nvSpPr>
        <dsp:cNvPr id="0" name=""/>
        <dsp:cNvSpPr/>
      </dsp:nvSpPr>
      <dsp:spPr>
        <a:xfrm>
          <a:off x="416759" y="310575"/>
          <a:ext cx="757744" cy="7577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B3582-C05E-42A9-88F7-C04C896A409B}">
      <dsp:nvSpPr>
        <dsp:cNvPr id="0" name=""/>
        <dsp:cNvSpPr/>
      </dsp:nvSpPr>
      <dsp:spPr>
        <a:xfrm>
          <a:off x="1591264" y="588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Read-Only Access</a:t>
          </a:r>
        </a:p>
      </dsp:txBody>
      <dsp:txXfrm>
        <a:off x="1591264" y="588"/>
        <a:ext cx="3428345" cy="1377717"/>
      </dsp:txXfrm>
    </dsp:sp>
    <dsp:sp modelId="{F55D30AA-8C48-4A64-9018-7BB973BA073D}">
      <dsp:nvSpPr>
        <dsp:cNvPr id="0" name=""/>
        <dsp:cNvSpPr/>
      </dsp:nvSpPr>
      <dsp:spPr>
        <a:xfrm>
          <a:off x="0" y="1722736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D9DF8-46B9-4F38-8854-A6C35BD40A58}">
      <dsp:nvSpPr>
        <dsp:cNvPr id="0" name=""/>
        <dsp:cNvSpPr/>
      </dsp:nvSpPr>
      <dsp:spPr>
        <a:xfrm>
          <a:off x="416759" y="2032722"/>
          <a:ext cx="757744" cy="7577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F61FF-E745-42E5-85F0-E913040D253E}">
      <dsp:nvSpPr>
        <dsp:cNvPr id="0" name=""/>
        <dsp:cNvSpPr/>
      </dsp:nvSpPr>
      <dsp:spPr>
        <a:xfrm>
          <a:off x="1591264" y="1722736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Air-Gapped Ready</a:t>
          </a:r>
        </a:p>
      </dsp:txBody>
      <dsp:txXfrm>
        <a:off x="1591264" y="1722736"/>
        <a:ext cx="3428345" cy="1377717"/>
      </dsp:txXfrm>
    </dsp:sp>
    <dsp:sp modelId="{C4201566-CC63-49A7-ADA3-3BC3F7666A59}">
      <dsp:nvSpPr>
        <dsp:cNvPr id="0" name=""/>
        <dsp:cNvSpPr/>
      </dsp:nvSpPr>
      <dsp:spPr>
        <a:xfrm>
          <a:off x="0" y="3444883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241CB-0C4A-4E6A-B53E-10B3BFCBBBFF}">
      <dsp:nvSpPr>
        <dsp:cNvPr id="0" name=""/>
        <dsp:cNvSpPr/>
      </dsp:nvSpPr>
      <dsp:spPr>
        <a:xfrm>
          <a:off x="416759" y="3754869"/>
          <a:ext cx="757744" cy="7577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7F377-2F15-45A3-ACE0-021E519B4773}">
      <dsp:nvSpPr>
        <dsp:cNvPr id="0" name=""/>
        <dsp:cNvSpPr/>
      </dsp:nvSpPr>
      <dsp:spPr>
        <a:xfrm>
          <a:off x="1591264" y="3444883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Standard Stack (Node.js, React)</a:t>
          </a:r>
        </a:p>
      </dsp:txBody>
      <dsp:txXfrm>
        <a:off x="1591264" y="3444883"/>
        <a:ext cx="3428345" cy="13777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27662-AC29-424D-A864-33C575D401E5}">
      <dsp:nvSpPr>
        <dsp:cNvPr id="0" name=""/>
        <dsp:cNvSpPr/>
      </dsp:nvSpPr>
      <dsp:spPr>
        <a:xfrm>
          <a:off x="0" y="111194"/>
          <a:ext cx="5019610" cy="1053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Chat Interface</a:t>
          </a:r>
        </a:p>
      </dsp:txBody>
      <dsp:txXfrm>
        <a:off x="51403" y="162597"/>
        <a:ext cx="4916804" cy="950194"/>
      </dsp:txXfrm>
    </dsp:sp>
    <dsp:sp modelId="{DB7911BB-6F3A-484D-9528-6EDD4EE6DD63}">
      <dsp:nvSpPr>
        <dsp:cNvPr id="0" name=""/>
        <dsp:cNvSpPr/>
      </dsp:nvSpPr>
      <dsp:spPr>
        <a:xfrm>
          <a:off x="0" y="1293795"/>
          <a:ext cx="5019610" cy="1053000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Knowledge base</a:t>
          </a:r>
        </a:p>
      </dsp:txBody>
      <dsp:txXfrm>
        <a:off x="51403" y="1345198"/>
        <a:ext cx="4916804" cy="950194"/>
      </dsp:txXfrm>
    </dsp:sp>
    <dsp:sp modelId="{4F0150CB-BA14-444F-97E9-B6EE09A0B0B8}">
      <dsp:nvSpPr>
        <dsp:cNvPr id="0" name=""/>
        <dsp:cNvSpPr/>
      </dsp:nvSpPr>
      <dsp:spPr>
        <a:xfrm>
          <a:off x="0" y="2476394"/>
          <a:ext cx="5019610" cy="1053000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Connectivity Tab</a:t>
          </a:r>
        </a:p>
      </dsp:txBody>
      <dsp:txXfrm>
        <a:off x="51403" y="2527797"/>
        <a:ext cx="4916804" cy="950194"/>
      </dsp:txXfrm>
    </dsp:sp>
    <dsp:sp modelId="{F0CBCF18-557B-4FE3-B791-B58D11F8D19E}">
      <dsp:nvSpPr>
        <dsp:cNvPr id="0" name=""/>
        <dsp:cNvSpPr/>
      </dsp:nvSpPr>
      <dsp:spPr>
        <a:xfrm>
          <a:off x="0" y="3658994"/>
          <a:ext cx="5019610" cy="105300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Configuration Tab</a:t>
          </a:r>
        </a:p>
      </dsp:txBody>
      <dsp:txXfrm>
        <a:off x="51403" y="3710397"/>
        <a:ext cx="4916804" cy="95019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716E9-E421-4874-9400-4C53971AA93B}">
      <dsp:nvSpPr>
        <dsp:cNvPr id="0" name=""/>
        <dsp:cNvSpPr/>
      </dsp:nvSpPr>
      <dsp:spPr>
        <a:xfrm>
          <a:off x="0" y="588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07FAE0-7C06-4AF5-AB45-D28D10F6768A}">
      <dsp:nvSpPr>
        <dsp:cNvPr id="0" name=""/>
        <dsp:cNvSpPr/>
      </dsp:nvSpPr>
      <dsp:spPr>
        <a:xfrm>
          <a:off x="416759" y="310575"/>
          <a:ext cx="757744" cy="7577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7DA7D-C9EF-49E7-BC89-1F4E3097C65D}">
      <dsp:nvSpPr>
        <dsp:cNvPr id="0" name=""/>
        <dsp:cNvSpPr/>
      </dsp:nvSpPr>
      <dsp:spPr>
        <a:xfrm>
          <a:off x="1591264" y="588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 transforms support</a:t>
          </a:r>
        </a:p>
      </dsp:txBody>
      <dsp:txXfrm>
        <a:off x="1591264" y="588"/>
        <a:ext cx="3428345" cy="1377717"/>
      </dsp:txXfrm>
    </dsp:sp>
    <dsp:sp modelId="{E69F2606-B1EF-45FA-9E65-F5CBD4D72DA1}">
      <dsp:nvSpPr>
        <dsp:cNvPr id="0" name=""/>
        <dsp:cNvSpPr/>
      </dsp:nvSpPr>
      <dsp:spPr>
        <a:xfrm>
          <a:off x="0" y="1722736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E62D37-FE36-41D7-833F-10A91FC5C83A}">
      <dsp:nvSpPr>
        <dsp:cNvPr id="0" name=""/>
        <dsp:cNvSpPr/>
      </dsp:nvSpPr>
      <dsp:spPr>
        <a:xfrm>
          <a:off x="416759" y="2032722"/>
          <a:ext cx="757744" cy="7577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013EC-6952-4159-8D37-8C928B923896}">
      <dsp:nvSpPr>
        <dsp:cNvPr id="0" name=""/>
        <dsp:cNvSpPr/>
      </dsp:nvSpPr>
      <dsp:spPr>
        <a:xfrm>
          <a:off x="1591264" y="1722736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Next Steps: Deploy -&gt; Integrate -&gt; Train</a:t>
          </a:r>
        </a:p>
      </dsp:txBody>
      <dsp:txXfrm>
        <a:off x="1591264" y="1722736"/>
        <a:ext cx="3428345" cy="1377717"/>
      </dsp:txXfrm>
    </dsp:sp>
    <dsp:sp modelId="{16A74029-FE40-4401-9D49-0344365D48D9}">
      <dsp:nvSpPr>
        <dsp:cNvPr id="0" name=""/>
        <dsp:cNvSpPr/>
      </dsp:nvSpPr>
      <dsp:spPr>
        <a:xfrm>
          <a:off x="0" y="3444883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9FA75D-6280-4BA3-AE35-2FB80E8B3565}">
      <dsp:nvSpPr>
        <dsp:cNvPr id="0" name=""/>
        <dsp:cNvSpPr/>
      </dsp:nvSpPr>
      <dsp:spPr>
        <a:xfrm>
          <a:off x="416759" y="3754869"/>
          <a:ext cx="757744" cy="7577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9A25D-1A43-4877-9B1D-05A98FD6BE7F}">
      <dsp:nvSpPr>
        <dsp:cNvPr id="0" name=""/>
        <dsp:cNvSpPr/>
      </dsp:nvSpPr>
      <dsp:spPr>
        <a:xfrm>
          <a:off x="1591264" y="3444883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Q&amp;A</a:t>
          </a:r>
        </a:p>
      </dsp:txBody>
      <dsp:txXfrm>
        <a:off x="1591264" y="3444883"/>
        <a:ext cx="3428345" cy="1377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8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1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2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81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7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4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1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2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9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1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619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9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3410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74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64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4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Vocera</a:t>
            </a:r>
            <a:r>
              <a:rPr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Analytics AI Diagnostics Agent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067AC0-86E3-FDF7-38EF-C54C1F064E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chemeClr val="accent1">
                    <a:lumMod val="75000"/>
                  </a:schemeClr>
                </a:solidFill>
              </a:rPr>
              <a:t>The Challenge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67CF0C-C8AB-124D-206A-BCD1E0404A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409715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chemeClr val="accent1">
                    <a:lumMod val="75000"/>
                  </a:schemeClr>
                </a:solidFill>
              </a:rPr>
              <a:t>The Solution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C6A8CB-DBD9-6890-D536-CFEEEE591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115152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Architecture Diagram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8BADD8-45B0-8C75-C394-44CB49E12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4579681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088C3EBE-5757-F388-5B27-29A6FDA2E35B}"/>
              </a:ext>
            </a:extLst>
          </p:cNvPr>
          <p:cNvSpPr/>
          <p:nvPr/>
        </p:nvSpPr>
        <p:spPr>
          <a:xfrm>
            <a:off x="5685390" y="1382486"/>
            <a:ext cx="902223" cy="308662"/>
          </a:xfrm>
          <a:prstGeom prst="left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B91CB080-6F5D-169E-16CE-413B85781B04}"/>
              </a:ext>
            </a:extLst>
          </p:cNvPr>
          <p:cNvSpPr/>
          <p:nvPr/>
        </p:nvSpPr>
        <p:spPr>
          <a:xfrm>
            <a:off x="7073844" y="2806085"/>
            <a:ext cx="276449" cy="706088"/>
          </a:xfrm>
          <a:prstGeom prst="up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F51C849B-7FFE-BFCE-53DD-39FB467D6F67}"/>
              </a:ext>
            </a:extLst>
          </p:cNvPr>
          <p:cNvSpPr/>
          <p:nvPr/>
        </p:nvSpPr>
        <p:spPr>
          <a:xfrm>
            <a:off x="5685390" y="4032280"/>
            <a:ext cx="902223" cy="308662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chemeClr val="accent1">
                    <a:lumMod val="75000"/>
                  </a:schemeClr>
                </a:solidFill>
              </a:rPr>
              <a:t>Key Use Cases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7" name="Content Placeholder 2">
            <a:extLst>
              <a:ext uri="{FF2B5EF4-FFF2-40B4-BE49-F238E27FC236}">
                <a16:creationId xmlns:a16="http://schemas.microsoft.com/office/drawing/2014/main" id="{E251012F-40B3-78E6-D860-DAF903645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484274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chemeClr val="accent1">
                    <a:lumMod val="75000"/>
                  </a:schemeClr>
                </a:solidFill>
              </a:rPr>
              <a:t>Workflow (Diagnostic Loop)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A8205D-5D37-1899-164A-A35F6CB5C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471025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Down 3">
            <a:extLst>
              <a:ext uri="{FF2B5EF4-FFF2-40B4-BE49-F238E27FC236}">
                <a16:creationId xmlns:a16="http://schemas.microsoft.com/office/drawing/2014/main" id="{3509284E-9784-9A66-AA5F-50DC5FD84B5C}"/>
              </a:ext>
            </a:extLst>
          </p:cNvPr>
          <p:cNvSpPr/>
          <p:nvPr/>
        </p:nvSpPr>
        <p:spPr>
          <a:xfrm>
            <a:off x="5899355" y="1858297"/>
            <a:ext cx="459077" cy="452284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505739E-A36C-75E4-7B7A-57D25D3E7EFC}"/>
              </a:ext>
            </a:extLst>
          </p:cNvPr>
          <p:cNvSpPr/>
          <p:nvPr/>
        </p:nvSpPr>
        <p:spPr>
          <a:xfrm>
            <a:off x="5919673" y="3087329"/>
            <a:ext cx="459077" cy="452284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FA0E8A5C-50DE-D24E-5D90-881335E123B8}"/>
              </a:ext>
            </a:extLst>
          </p:cNvPr>
          <p:cNvSpPr/>
          <p:nvPr/>
        </p:nvSpPr>
        <p:spPr>
          <a:xfrm>
            <a:off x="5919673" y="4398045"/>
            <a:ext cx="459077" cy="452284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chemeClr val="accent1">
                    <a:lumMod val="75000"/>
                  </a:schemeClr>
                </a:solidFill>
              </a:rPr>
              <a:t>Business Benefits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A84FB-C26F-C127-E13B-1C24F8FF36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063260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chemeClr val="accent1">
                    <a:lumMod val="75000"/>
                  </a:schemeClr>
                </a:solidFill>
              </a:rPr>
              <a:t>Integration &amp; Safety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B09ED7-0706-BFE6-F45B-3A506813C4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821733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chemeClr val="accent1">
                    <a:lumMod val="75000"/>
                  </a:schemeClr>
                </a:solidFill>
              </a:rPr>
              <a:t>Demo Highlights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5123983-D3E2-17D6-F96D-AAA77C7407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033375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D116-7A9A-20C5-B864-E76132AC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 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7477BB-00E4-392B-31EA-E6766FE8B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685" y="1744910"/>
            <a:ext cx="8660004" cy="409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79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5359-5FDC-88A0-F7E6-4282A58F3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C926EF-473C-7466-54E5-200B1D72B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205" y="1619075"/>
            <a:ext cx="8583392" cy="407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5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1230-DDE2-DC0C-A325-6AD32A1F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Connectivity Tab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E3333B-6225-1B76-ED78-EE011F4C9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113" y="1761688"/>
            <a:ext cx="8543402" cy="402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34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F164-EC27-3868-3235-A917D4D9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Tab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01212-79B8-2EAC-9E6F-427101DE5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25" y="1803633"/>
            <a:ext cx="8537381" cy="401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7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chemeClr val="accent1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4F023B-020B-C414-6FDE-ED257E634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027354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118</TotalTime>
  <Words>154</Words>
  <Application>Microsoft Office PowerPoint</Application>
  <PresentationFormat>On-screen Show (4:3)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Vocera Analytics AI Diagnostics Agent</vt:lpstr>
      <vt:lpstr>The Challenge</vt:lpstr>
      <vt:lpstr>The Solution</vt:lpstr>
      <vt:lpstr>Architecture Diagram</vt:lpstr>
      <vt:lpstr>Key Use Cases</vt:lpstr>
      <vt:lpstr>Workflow (Diagnostic Loop)</vt:lpstr>
      <vt:lpstr>Business Benefits</vt:lpstr>
      <vt:lpstr>Integration &amp; Safety</vt:lpstr>
      <vt:lpstr>Demo Highlights</vt:lpstr>
      <vt:lpstr>Chat Interface</vt:lpstr>
      <vt:lpstr>Knowledge Base</vt:lpstr>
      <vt:lpstr>Connectivity Tab</vt:lpstr>
      <vt:lpstr>Configuration Tab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Patil, Dhananjay (Contractor)</cp:lastModifiedBy>
  <cp:revision>4</cp:revision>
  <dcterms:created xsi:type="dcterms:W3CDTF">2013-01-27T09:14:16Z</dcterms:created>
  <dcterms:modified xsi:type="dcterms:W3CDTF">2026-03-20T13:19:46Z</dcterms:modified>
  <cp:category/>
</cp:coreProperties>
</file>